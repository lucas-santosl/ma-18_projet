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61" r:id="rId4"/>
    <p:sldId id="259" r:id="rId5"/>
    <p:sldId id="260" r:id="rId6"/>
    <p:sldId id="266" r:id="rId7"/>
    <p:sldId id="267" r:id="rId8"/>
    <p:sldId id="268" r:id="rId9"/>
    <p:sldId id="269" r:id="rId10"/>
    <p:sldId id="270" r:id="rId11"/>
    <p:sldId id="271" r:id="rId12"/>
    <p:sldId id="263" r:id="rId13"/>
    <p:sldId id="262" r:id="rId14"/>
    <p:sldId id="272" r:id="rId15"/>
    <p:sldId id="258" r:id="rId16"/>
    <p:sldId id="273" r:id="rId17"/>
    <p:sldId id="274" r:id="rId18"/>
    <p:sldId id="265"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66D540-4E6B-49C7-B184-AC08FD86EB07}" v="524" dt="2026-03-23T07:00:07.963"/>
    <p1510:client id="{A48A2BAB-8EA2-4ACB-ACDD-B96D76947077}" v="16" dt="2026-03-23T07:35:35.121"/>
    <p1510:client id="{D1E192D7-E035-457F-BC66-2229E29AD3DF}" v="3" dt="2026-03-23T08:46:06.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679E3D-01DB-4222-A0A7-0883FD7D3BE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512E4CB-5702-45A6-BF89-2AFF8A166A16}">
      <dgm:prSet/>
      <dgm:spPr/>
      <dgm:t>
        <a:bodyPr/>
        <a:lstStyle/>
        <a:p>
          <a:r>
            <a:rPr lang="fr-CH"/>
            <a:t>Plan séquentielle</a:t>
          </a:r>
          <a:endParaRPr lang="en-US"/>
        </a:p>
      </dgm:t>
    </dgm:pt>
    <dgm:pt modelId="{042E163F-E6CD-44F8-BE04-B23AC3C4ECF4}" type="parTrans" cxnId="{7ADF3DDB-AEC1-4640-B0D3-0872BCF232BC}">
      <dgm:prSet/>
      <dgm:spPr/>
      <dgm:t>
        <a:bodyPr/>
        <a:lstStyle/>
        <a:p>
          <a:endParaRPr lang="en-US"/>
        </a:p>
      </dgm:t>
    </dgm:pt>
    <dgm:pt modelId="{4238A303-3155-4689-8864-02257AFF90CF}" type="sibTrans" cxnId="{7ADF3DDB-AEC1-4640-B0D3-0872BCF232BC}">
      <dgm:prSet/>
      <dgm:spPr/>
      <dgm:t>
        <a:bodyPr/>
        <a:lstStyle/>
        <a:p>
          <a:endParaRPr lang="en-US"/>
        </a:p>
      </dgm:t>
    </dgm:pt>
    <dgm:pt modelId="{602FDDF3-538D-4D63-9F96-A34665324FC2}">
      <dgm:prSet/>
      <dgm:spPr/>
      <dgm:t>
        <a:bodyPr/>
        <a:lstStyle/>
        <a:p>
          <a:r>
            <a:rPr lang="fr-CH"/>
            <a:t>Introduction</a:t>
          </a:r>
          <a:endParaRPr lang="en-US"/>
        </a:p>
      </dgm:t>
    </dgm:pt>
    <dgm:pt modelId="{8963E3E2-08F3-429D-A1F9-974968356848}" type="parTrans" cxnId="{7E7050FE-0B48-4426-8B6D-726E730508ED}">
      <dgm:prSet/>
      <dgm:spPr/>
      <dgm:t>
        <a:bodyPr/>
        <a:lstStyle/>
        <a:p>
          <a:endParaRPr lang="en-US"/>
        </a:p>
      </dgm:t>
    </dgm:pt>
    <dgm:pt modelId="{302A985D-FB70-4D3D-A365-7A7A555BD70E}" type="sibTrans" cxnId="{7E7050FE-0B48-4426-8B6D-726E730508ED}">
      <dgm:prSet/>
      <dgm:spPr/>
      <dgm:t>
        <a:bodyPr/>
        <a:lstStyle/>
        <a:p>
          <a:endParaRPr lang="en-US"/>
        </a:p>
      </dgm:t>
    </dgm:pt>
    <dgm:pt modelId="{142B058F-3F14-4064-96C3-05D1279E6021}">
      <dgm:prSet/>
      <dgm:spPr/>
      <dgm:t>
        <a:bodyPr/>
        <a:lstStyle/>
        <a:p>
          <a:r>
            <a:rPr lang="fr-CH"/>
            <a:t>Explication théorique</a:t>
          </a:r>
          <a:endParaRPr lang="en-US"/>
        </a:p>
      </dgm:t>
    </dgm:pt>
    <dgm:pt modelId="{EC99E207-2280-4860-870D-39C31C81754F}" type="parTrans" cxnId="{F1E8D102-A783-42A8-AA34-A5FFA96F4426}">
      <dgm:prSet/>
      <dgm:spPr/>
      <dgm:t>
        <a:bodyPr/>
        <a:lstStyle/>
        <a:p>
          <a:endParaRPr lang="en-US"/>
        </a:p>
      </dgm:t>
    </dgm:pt>
    <dgm:pt modelId="{E7FC995B-9DF9-4662-AFE8-A1C6919E1A99}" type="sibTrans" cxnId="{F1E8D102-A783-42A8-AA34-A5FFA96F4426}">
      <dgm:prSet/>
      <dgm:spPr/>
      <dgm:t>
        <a:bodyPr/>
        <a:lstStyle/>
        <a:p>
          <a:endParaRPr lang="en-US"/>
        </a:p>
      </dgm:t>
    </dgm:pt>
    <dgm:pt modelId="{F7975819-7B5E-41C4-B62B-4C25D4E873CB}">
      <dgm:prSet/>
      <dgm:spPr/>
      <dgm:t>
        <a:bodyPr/>
        <a:lstStyle/>
        <a:p>
          <a:r>
            <a:rPr lang="fr-CH"/>
            <a:t>Consigne de l’exercice</a:t>
          </a:r>
          <a:endParaRPr lang="en-US"/>
        </a:p>
      </dgm:t>
    </dgm:pt>
    <dgm:pt modelId="{F9C2466C-66FD-41E9-A219-4B63BF917A6A}" type="parTrans" cxnId="{E5B53EAB-0C34-4CF7-8CBF-5447219C2849}">
      <dgm:prSet/>
      <dgm:spPr/>
      <dgm:t>
        <a:bodyPr/>
        <a:lstStyle/>
        <a:p>
          <a:endParaRPr lang="en-US"/>
        </a:p>
      </dgm:t>
    </dgm:pt>
    <dgm:pt modelId="{ACB8649B-B0B6-47BA-9E85-C79E1E8A8A1E}" type="sibTrans" cxnId="{E5B53EAB-0C34-4CF7-8CBF-5447219C2849}">
      <dgm:prSet/>
      <dgm:spPr/>
      <dgm:t>
        <a:bodyPr/>
        <a:lstStyle/>
        <a:p>
          <a:endParaRPr lang="en-US"/>
        </a:p>
      </dgm:t>
    </dgm:pt>
    <dgm:pt modelId="{50D49C42-287E-4848-8B29-2C5E9604D157}">
      <dgm:prSet/>
      <dgm:spPr/>
      <dgm:t>
        <a:bodyPr/>
        <a:lstStyle/>
        <a:p>
          <a:r>
            <a:rPr lang="fr-CH"/>
            <a:t>Réalisation de l’exercice </a:t>
          </a:r>
          <a:endParaRPr lang="en-US"/>
        </a:p>
      </dgm:t>
    </dgm:pt>
    <dgm:pt modelId="{124FBD72-B795-44BC-9563-C5DD50F2CA0B}" type="parTrans" cxnId="{6D5EC751-8BDC-4A70-94D9-96481E329F42}">
      <dgm:prSet/>
      <dgm:spPr/>
      <dgm:t>
        <a:bodyPr/>
        <a:lstStyle/>
        <a:p>
          <a:endParaRPr lang="en-US"/>
        </a:p>
      </dgm:t>
    </dgm:pt>
    <dgm:pt modelId="{81A9F79E-A9B6-4223-AC46-653823FBA2B2}" type="sibTrans" cxnId="{6D5EC751-8BDC-4A70-94D9-96481E329F42}">
      <dgm:prSet/>
      <dgm:spPr/>
      <dgm:t>
        <a:bodyPr/>
        <a:lstStyle/>
        <a:p>
          <a:endParaRPr lang="en-US"/>
        </a:p>
      </dgm:t>
    </dgm:pt>
    <dgm:pt modelId="{2A8B9A24-B29A-4631-B2A4-E0E7F7CE0B7E}">
      <dgm:prSet/>
      <dgm:spPr/>
      <dgm:t>
        <a:bodyPr/>
        <a:lstStyle/>
        <a:p>
          <a:r>
            <a:rPr lang="fr-CH"/>
            <a:t>Corrigé</a:t>
          </a:r>
          <a:endParaRPr lang="en-US"/>
        </a:p>
      </dgm:t>
    </dgm:pt>
    <dgm:pt modelId="{E283930B-5B6F-4DF4-A849-093AEF65D835}" type="parTrans" cxnId="{8EC8AD6E-ABA0-4878-9C86-ADD053E4BEF2}">
      <dgm:prSet/>
      <dgm:spPr/>
      <dgm:t>
        <a:bodyPr/>
        <a:lstStyle/>
        <a:p>
          <a:endParaRPr lang="en-US"/>
        </a:p>
      </dgm:t>
    </dgm:pt>
    <dgm:pt modelId="{7260BA58-AD39-4867-9D82-3B18FD13BE61}" type="sibTrans" cxnId="{8EC8AD6E-ABA0-4878-9C86-ADD053E4BEF2}">
      <dgm:prSet/>
      <dgm:spPr/>
      <dgm:t>
        <a:bodyPr/>
        <a:lstStyle/>
        <a:p>
          <a:endParaRPr lang="en-US"/>
        </a:p>
      </dgm:t>
    </dgm:pt>
    <dgm:pt modelId="{E792F388-BCA2-4088-AFC3-CC436FE4DA0D}">
      <dgm:prSet/>
      <dgm:spPr/>
      <dgm:t>
        <a:bodyPr/>
        <a:lstStyle/>
        <a:p>
          <a:r>
            <a:rPr lang="fr-CH"/>
            <a:t>Conclusion </a:t>
          </a:r>
          <a:endParaRPr lang="en-US"/>
        </a:p>
      </dgm:t>
    </dgm:pt>
    <dgm:pt modelId="{77761900-EEBB-4F0C-8A87-B1DDC2804B3E}" type="parTrans" cxnId="{4FB1771E-09E7-47B3-AD4A-75BCF5C9EF82}">
      <dgm:prSet/>
      <dgm:spPr/>
      <dgm:t>
        <a:bodyPr/>
        <a:lstStyle/>
        <a:p>
          <a:endParaRPr lang="en-US"/>
        </a:p>
      </dgm:t>
    </dgm:pt>
    <dgm:pt modelId="{83B53330-9208-43D8-878D-7A07A081C399}" type="sibTrans" cxnId="{4FB1771E-09E7-47B3-AD4A-75BCF5C9EF82}">
      <dgm:prSet/>
      <dgm:spPr/>
      <dgm:t>
        <a:bodyPr/>
        <a:lstStyle/>
        <a:p>
          <a:endParaRPr lang="en-US"/>
        </a:p>
      </dgm:t>
    </dgm:pt>
    <dgm:pt modelId="{5DD95D95-7C62-4B7B-A32F-6667838C79AC}">
      <dgm:prSet/>
      <dgm:spPr/>
      <dgm:t>
        <a:bodyPr/>
        <a:lstStyle/>
        <a:p>
          <a:r>
            <a:rPr lang="en-US"/>
            <a:t>Notions PowerShell</a:t>
          </a:r>
        </a:p>
      </dgm:t>
    </dgm:pt>
    <dgm:pt modelId="{3FFEBACA-0B59-44E6-B3C3-0B32D46504F6}" type="parTrans" cxnId="{CC18346B-26A3-4719-BBC5-2B1C839E9E1D}">
      <dgm:prSet/>
      <dgm:spPr/>
      <dgm:t>
        <a:bodyPr/>
        <a:lstStyle/>
        <a:p>
          <a:endParaRPr lang="fr-CH"/>
        </a:p>
      </dgm:t>
    </dgm:pt>
    <dgm:pt modelId="{09B80375-EAFC-43EB-B785-7563E8EE1381}" type="sibTrans" cxnId="{CC18346B-26A3-4719-BBC5-2B1C839E9E1D}">
      <dgm:prSet/>
      <dgm:spPr/>
      <dgm:t>
        <a:bodyPr/>
        <a:lstStyle/>
        <a:p>
          <a:endParaRPr lang="fr-CH"/>
        </a:p>
      </dgm:t>
    </dgm:pt>
    <dgm:pt modelId="{4F0CD653-4006-4E56-A103-0FC2BE19996E}">
      <dgm:prSet/>
      <dgm:spPr/>
      <dgm:t>
        <a:bodyPr/>
        <a:lstStyle/>
        <a:p>
          <a:pPr>
            <a:buNone/>
          </a:pPr>
          <a:r>
            <a:rPr lang="fr-CH"/>
            <a:t>Solution de l’exercice avec explication de chaque ligne de code.</a:t>
          </a:r>
          <a:endParaRPr lang="en-US"/>
        </a:p>
      </dgm:t>
    </dgm:pt>
    <dgm:pt modelId="{08670AB1-C163-4851-882B-CD76F897F242}" type="parTrans" cxnId="{C8C2C7C4-3FF2-4B2F-B43E-683E27555595}">
      <dgm:prSet/>
      <dgm:spPr/>
      <dgm:t>
        <a:bodyPr/>
        <a:lstStyle/>
        <a:p>
          <a:endParaRPr lang="de-CH"/>
        </a:p>
      </dgm:t>
    </dgm:pt>
    <dgm:pt modelId="{7907B9AC-8524-414E-BDDE-8E36A8B17CBA}" type="sibTrans" cxnId="{C8C2C7C4-3FF2-4B2F-B43E-683E27555595}">
      <dgm:prSet/>
      <dgm:spPr/>
      <dgm:t>
        <a:bodyPr/>
        <a:lstStyle/>
        <a:p>
          <a:endParaRPr lang="de-CH"/>
        </a:p>
      </dgm:t>
    </dgm:pt>
    <dgm:pt modelId="{4155073C-954A-4788-A2FD-2B3D8C791DD7}" type="pres">
      <dgm:prSet presAssocID="{8F679E3D-01DB-4222-A0A7-0883FD7D3BED}" presName="vert0" presStyleCnt="0">
        <dgm:presLayoutVars>
          <dgm:dir/>
          <dgm:animOne val="branch"/>
          <dgm:animLvl val="lvl"/>
        </dgm:presLayoutVars>
      </dgm:prSet>
      <dgm:spPr/>
    </dgm:pt>
    <dgm:pt modelId="{D0B6416F-2475-462E-A6C9-4224D54A78F2}" type="pres">
      <dgm:prSet presAssocID="{0512E4CB-5702-45A6-BF89-2AFF8A166A16}" presName="thickLine" presStyleLbl="alignNode1" presStyleIdx="0" presStyleCnt="9"/>
      <dgm:spPr/>
    </dgm:pt>
    <dgm:pt modelId="{12B8BA71-F29F-420F-9988-2D4A7B48CA48}" type="pres">
      <dgm:prSet presAssocID="{0512E4CB-5702-45A6-BF89-2AFF8A166A16}" presName="horz1" presStyleCnt="0"/>
      <dgm:spPr/>
    </dgm:pt>
    <dgm:pt modelId="{5A13487C-0F8F-4304-B179-A295CE47C917}" type="pres">
      <dgm:prSet presAssocID="{0512E4CB-5702-45A6-BF89-2AFF8A166A16}" presName="tx1" presStyleLbl="revTx" presStyleIdx="0" presStyleCnt="9"/>
      <dgm:spPr/>
    </dgm:pt>
    <dgm:pt modelId="{4C4AB890-7CAA-4A21-98F8-AFFC51B836B6}" type="pres">
      <dgm:prSet presAssocID="{0512E4CB-5702-45A6-BF89-2AFF8A166A16}" presName="vert1" presStyleCnt="0"/>
      <dgm:spPr/>
    </dgm:pt>
    <dgm:pt modelId="{7698FCF3-59B2-4A60-84A4-22D1413BBF78}" type="pres">
      <dgm:prSet presAssocID="{602FDDF3-538D-4D63-9F96-A34665324FC2}" presName="thickLine" presStyleLbl="alignNode1" presStyleIdx="1" presStyleCnt="9"/>
      <dgm:spPr/>
    </dgm:pt>
    <dgm:pt modelId="{F02AF80D-6175-4905-A448-4343842BB270}" type="pres">
      <dgm:prSet presAssocID="{602FDDF3-538D-4D63-9F96-A34665324FC2}" presName="horz1" presStyleCnt="0"/>
      <dgm:spPr/>
    </dgm:pt>
    <dgm:pt modelId="{585C9982-6C80-47C5-8CDC-180D3B268130}" type="pres">
      <dgm:prSet presAssocID="{602FDDF3-538D-4D63-9F96-A34665324FC2}" presName="tx1" presStyleLbl="revTx" presStyleIdx="1" presStyleCnt="9"/>
      <dgm:spPr/>
    </dgm:pt>
    <dgm:pt modelId="{39B03C86-8A2C-4BCA-8BC9-A9791ABDDECC}" type="pres">
      <dgm:prSet presAssocID="{602FDDF3-538D-4D63-9F96-A34665324FC2}" presName="vert1" presStyleCnt="0"/>
      <dgm:spPr/>
    </dgm:pt>
    <dgm:pt modelId="{77E5D4CF-53EE-48BD-89FB-8CA63002428A}" type="pres">
      <dgm:prSet presAssocID="{142B058F-3F14-4064-96C3-05D1279E6021}" presName="thickLine" presStyleLbl="alignNode1" presStyleIdx="2" presStyleCnt="9"/>
      <dgm:spPr/>
    </dgm:pt>
    <dgm:pt modelId="{EDEDAE0C-9614-4589-8FA3-E7FAECDCB9B9}" type="pres">
      <dgm:prSet presAssocID="{142B058F-3F14-4064-96C3-05D1279E6021}" presName="horz1" presStyleCnt="0"/>
      <dgm:spPr/>
    </dgm:pt>
    <dgm:pt modelId="{298A789A-01F7-45D6-9BD9-F397EC8BDBB1}" type="pres">
      <dgm:prSet presAssocID="{142B058F-3F14-4064-96C3-05D1279E6021}" presName="tx1" presStyleLbl="revTx" presStyleIdx="2" presStyleCnt="9"/>
      <dgm:spPr/>
    </dgm:pt>
    <dgm:pt modelId="{118C33E5-C35C-4653-A3EE-288AAD39D135}" type="pres">
      <dgm:prSet presAssocID="{142B058F-3F14-4064-96C3-05D1279E6021}" presName="vert1" presStyleCnt="0"/>
      <dgm:spPr/>
    </dgm:pt>
    <dgm:pt modelId="{F4AC3651-7A23-4F75-AE8A-973908D6C9B9}" type="pres">
      <dgm:prSet presAssocID="{5DD95D95-7C62-4B7B-A32F-6667838C79AC}" presName="thickLine" presStyleLbl="alignNode1" presStyleIdx="3" presStyleCnt="9"/>
      <dgm:spPr/>
    </dgm:pt>
    <dgm:pt modelId="{CD108915-A037-4C3B-98C7-D0BBC6CF74D9}" type="pres">
      <dgm:prSet presAssocID="{5DD95D95-7C62-4B7B-A32F-6667838C79AC}" presName="horz1" presStyleCnt="0"/>
      <dgm:spPr/>
    </dgm:pt>
    <dgm:pt modelId="{E34F1876-98DB-490E-9A41-D38EEB73F538}" type="pres">
      <dgm:prSet presAssocID="{5DD95D95-7C62-4B7B-A32F-6667838C79AC}" presName="tx1" presStyleLbl="revTx" presStyleIdx="3" presStyleCnt="9"/>
      <dgm:spPr/>
    </dgm:pt>
    <dgm:pt modelId="{5BF061AD-5382-4D0A-98BA-269BDB35193C}" type="pres">
      <dgm:prSet presAssocID="{5DD95D95-7C62-4B7B-A32F-6667838C79AC}" presName="vert1" presStyleCnt="0"/>
      <dgm:spPr/>
    </dgm:pt>
    <dgm:pt modelId="{B31A0E4B-E7ED-4DF6-B134-383E96176A1D}" type="pres">
      <dgm:prSet presAssocID="{F7975819-7B5E-41C4-B62B-4C25D4E873CB}" presName="thickLine" presStyleLbl="alignNode1" presStyleIdx="4" presStyleCnt="9"/>
      <dgm:spPr/>
    </dgm:pt>
    <dgm:pt modelId="{897D6EB5-69C3-4773-AC85-7170A3E4732D}" type="pres">
      <dgm:prSet presAssocID="{F7975819-7B5E-41C4-B62B-4C25D4E873CB}" presName="horz1" presStyleCnt="0"/>
      <dgm:spPr/>
    </dgm:pt>
    <dgm:pt modelId="{BEDE2231-D2DC-4BBF-9D92-502E9E80B2AA}" type="pres">
      <dgm:prSet presAssocID="{F7975819-7B5E-41C4-B62B-4C25D4E873CB}" presName="tx1" presStyleLbl="revTx" presStyleIdx="4" presStyleCnt="9"/>
      <dgm:spPr/>
    </dgm:pt>
    <dgm:pt modelId="{FB627F9F-9504-49A7-AD2E-52EF6F769B36}" type="pres">
      <dgm:prSet presAssocID="{F7975819-7B5E-41C4-B62B-4C25D4E873CB}" presName="vert1" presStyleCnt="0"/>
      <dgm:spPr/>
    </dgm:pt>
    <dgm:pt modelId="{BFCAF344-8245-421A-B850-71D46989B712}" type="pres">
      <dgm:prSet presAssocID="{50D49C42-287E-4848-8B29-2C5E9604D157}" presName="thickLine" presStyleLbl="alignNode1" presStyleIdx="5" presStyleCnt="9"/>
      <dgm:spPr/>
    </dgm:pt>
    <dgm:pt modelId="{636B31FC-7458-449C-9F08-908A50F73956}" type="pres">
      <dgm:prSet presAssocID="{50D49C42-287E-4848-8B29-2C5E9604D157}" presName="horz1" presStyleCnt="0"/>
      <dgm:spPr/>
    </dgm:pt>
    <dgm:pt modelId="{ED488D50-85F1-468F-BC18-AD710B1DCF89}" type="pres">
      <dgm:prSet presAssocID="{50D49C42-287E-4848-8B29-2C5E9604D157}" presName="tx1" presStyleLbl="revTx" presStyleIdx="5" presStyleCnt="9"/>
      <dgm:spPr/>
    </dgm:pt>
    <dgm:pt modelId="{47F80B19-B0C2-4EA4-9658-9E631FA4ED56}" type="pres">
      <dgm:prSet presAssocID="{50D49C42-287E-4848-8B29-2C5E9604D157}" presName="vert1" presStyleCnt="0"/>
      <dgm:spPr/>
    </dgm:pt>
    <dgm:pt modelId="{5F4E5B64-D840-4E5B-B7DC-18135E777423}" type="pres">
      <dgm:prSet presAssocID="{2A8B9A24-B29A-4631-B2A4-E0E7F7CE0B7E}" presName="thickLine" presStyleLbl="alignNode1" presStyleIdx="6" presStyleCnt="9"/>
      <dgm:spPr/>
    </dgm:pt>
    <dgm:pt modelId="{EE8D3073-18A4-4F91-86DF-770FA9D97F31}" type="pres">
      <dgm:prSet presAssocID="{2A8B9A24-B29A-4631-B2A4-E0E7F7CE0B7E}" presName="horz1" presStyleCnt="0"/>
      <dgm:spPr/>
    </dgm:pt>
    <dgm:pt modelId="{F6519C37-3FD2-4D93-A8A0-62BD5CD16C03}" type="pres">
      <dgm:prSet presAssocID="{2A8B9A24-B29A-4631-B2A4-E0E7F7CE0B7E}" presName="tx1" presStyleLbl="revTx" presStyleIdx="6" presStyleCnt="9"/>
      <dgm:spPr/>
    </dgm:pt>
    <dgm:pt modelId="{2C0A5BFE-FCA5-48E2-8499-DDB3E0BA96D4}" type="pres">
      <dgm:prSet presAssocID="{2A8B9A24-B29A-4631-B2A4-E0E7F7CE0B7E}" presName="vert1" presStyleCnt="0"/>
      <dgm:spPr/>
    </dgm:pt>
    <dgm:pt modelId="{DF99174F-4BE1-4955-A418-67D00FF7EC52}" type="pres">
      <dgm:prSet presAssocID="{4F0CD653-4006-4E56-A103-0FC2BE19996E}" presName="thickLine" presStyleLbl="alignNode1" presStyleIdx="7" presStyleCnt="9"/>
      <dgm:spPr/>
    </dgm:pt>
    <dgm:pt modelId="{4FAF1EC5-A417-424F-9EE8-531F04FC79D4}" type="pres">
      <dgm:prSet presAssocID="{4F0CD653-4006-4E56-A103-0FC2BE19996E}" presName="horz1" presStyleCnt="0"/>
      <dgm:spPr/>
    </dgm:pt>
    <dgm:pt modelId="{8A202550-0E9D-4F0A-97CA-DD7E112055D9}" type="pres">
      <dgm:prSet presAssocID="{4F0CD653-4006-4E56-A103-0FC2BE19996E}" presName="tx1" presStyleLbl="revTx" presStyleIdx="7" presStyleCnt="9"/>
      <dgm:spPr/>
    </dgm:pt>
    <dgm:pt modelId="{19026F43-76DE-400C-80A0-DD06B6921005}" type="pres">
      <dgm:prSet presAssocID="{4F0CD653-4006-4E56-A103-0FC2BE19996E}" presName="vert1" presStyleCnt="0"/>
      <dgm:spPr/>
    </dgm:pt>
    <dgm:pt modelId="{F0BD20C5-66FA-481E-958F-29CD7591B9CB}" type="pres">
      <dgm:prSet presAssocID="{E792F388-BCA2-4088-AFC3-CC436FE4DA0D}" presName="thickLine" presStyleLbl="alignNode1" presStyleIdx="8" presStyleCnt="9"/>
      <dgm:spPr/>
    </dgm:pt>
    <dgm:pt modelId="{BAEE4240-21D3-49DF-B0EC-82AFF849DFAB}" type="pres">
      <dgm:prSet presAssocID="{E792F388-BCA2-4088-AFC3-CC436FE4DA0D}" presName="horz1" presStyleCnt="0"/>
      <dgm:spPr/>
    </dgm:pt>
    <dgm:pt modelId="{890E6926-DA16-45FD-8337-B29345396FAA}" type="pres">
      <dgm:prSet presAssocID="{E792F388-BCA2-4088-AFC3-CC436FE4DA0D}" presName="tx1" presStyleLbl="revTx" presStyleIdx="8" presStyleCnt="9"/>
      <dgm:spPr/>
    </dgm:pt>
    <dgm:pt modelId="{D48CDC09-ACFA-46C7-853A-80B56DBFA2B2}" type="pres">
      <dgm:prSet presAssocID="{E792F388-BCA2-4088-AFC3-CC436FE4DA0D}" presName="vert1" presStyleCnt="0"/>
      <dgm:spPr/>
    </dgm:pt>
  </dgm:ptLst>
  <dgm:cxnLst>
    <dgm:cxn modelId="{F1E8D102-A783-42A8-AA34-A5FFA96F4426}" srcId="{8F679E3D-01DB-4222-A0A7-0883FD7D3BED}" destId="{142B058F-3F14-4064-96C3-05D1279E6021}" srcOrd="2" destOrd="0" parTransId="{EC99E207-2280-4860-870D-39C31C81754F}" sibTransId="{E7FC995B-9DF9-4662-AFE8-A1C6919E1A99}"/>
    <dgm:cxn modelId="{4FB1771E-09E7-47B3-AD4A-75BCF5C9EF82}" srcId="{8F679E3D-01DB-4222-A0A7-0883FD7D3BED}" destId="{E792F388-BCA2-4088-AFC3-CC436FE4DA0D}" srcOrd="8" destOrd="0" parTransId="{77761900-EEBB-4F0C-8A87-B1DDC2804B3E}" sibTransId="{83B53330-9208-43D8-878D-7A07A081C399}"/>
    <dgm:cxn modelId="{1A10CB1E-42E5-47DF-8AD1-79C78FD6DDEC}" type="presOf" srcId="{F7975819-7B5E-41C4-B62B-4C25D4E873CB}" destId="{BEDE2231-D2DC-4BBF-9D92-502E9E80B2AA}" srcOrd="0" destOrd="0" presId="urn:microsoft.com/office/officeart/2008/layout/LinedList"/>
    <dgm:cxn modelId="{F11A1744-90D8-4E8E-8CA0-4DC1B503C272}" type="presOf" srcId="{50D49C42-287E-4848-8B29-2C5E9604D157}" destId="{ED488D50-85F1-468F-BC18-AD710B1DCF89}" srcOrd="0" destOrd="0" presId="urn:microsoft.com/office/officeart/2008/layout/LinedList"/>
    <dgm:cxn modelId="{CC18346B-26A3-4719-BBC5-2B1C839E9E1D}" srcId="{8F679E3D-01DB-4222-A0A7-0883FD7D3BED}" destId="{5DD95D95-7C62-4B7B-A32F-6667838C79AC}" srcOrd="3" destOrd="0" parTransId="{3FFEBACA-0B59-44E6-B3C3-0B32D46504F6}" sibTransId="{09B80375-EAFC-43EB-B785-7563E8EE1381}"/>
    <dgm:cxn modelId="{EBCA874C-A666-4E83-A32F-53378E1233C3}" type="presOf" srcId="{0512E4CB-5702-45A6-BF89-2AFF8A166A16}" destId="{5A13487C-0F8F-4304-B179-A295CE47C917}" srcOrd="0" destOrd="0" presId="urn:microsoft.com/office/officeart/2008/layout/LinedList"/>
    <dgm:cxn modelId="{8EC8AD6E-ABA0-4878-9C86-ADD053E4BEF2}" srcId="{8F679E3D-01DB-4222-A0A7-0883FD7D3BED}" destId="{2A8B9A24-B29A-4631-B2A4-E0E7F7CE0B7E}" srcOrd="6" destOrd="0" parTransId="{E283930B-5B6F-4DF4-A849-093AEF65D835}" sibTransId="{7260BA58-AD39-4867-9D82-3B18FD13BE61}"/>
    <dgm:cxn modelId="{26ADAF71-4B7A-4FCC-9776-88181AF7C809}" type="presOf" srcId="{E792F388-BCA2-4088-AFC3-CC436FE4DA0D}" destId="{890E6926-DA16-45FD-8337-B29345396FAA}" srcOrd="0" destOrd="0" presId="urn:microsoft.com/office/officeart/2008/layout/LinedList"/>
    <dgm:cxn modelId="{6D5EC751-8BDC-4A70-94D9-96481E329F42}" srcId="{8F679E3D-01DB-4222-A0A7-0883FD7D3BED}" destId="{50D49C42-287E-4848-8B29-2C5E9604D157}" srcOrd="5" destOrd="0" parTransId="{124FBD72-B795-44BC-9563-C5DD50F2CA0B}" sibTransId="{81A9F79E-A9B6-4223-AC46-653823FBA2B2}"/>
    <dgm:cxn modelId="{E679B186-C1C9-4853-BC80-55E18CB3A846}" type="presOf" srcId="{142B058F-3F14-4064-96C3-05D1279E6021}" destId="{298A789A-01F7-45D6-9BD9-F397EC8BDBB1}" srcOrd="0" destOrd="0" presId="urn:microsoft.com/office/officeart/2008/layout/LinedList"/>
    <dgm:cxn modelId="{E5B53EAB-0C34-4CF7-8CBF-5447219C2849}" srcId="{8F679E3D-01DB-4222-A0A7-0883FD7D3BED}" destId="{F7975819-7B5E-41C4-B62B-4C25D4E873CB}" srcOrd="4" destOrd="0" parTransId="{F9C2466C-66FD-41E9-A219-4B63BF917A6A}" sibTransId="{ACB8649B-B0B6-47BA-9E85-C79E1E8A8A1E}"/>
    <dgm:cxn modelId="{6F74AEBD-EF94-476B-B5BF-63590F2CC17F}" type="presOf" srcId="{602FDDF3-538D-4D63-9F96-A34665324FC2}" destId="{585C9982-6C80-47C5-8CDC-180D3B268130}" srcOrd="0" destOrd="0" presId="urn:microsoft.com/office/officeart/2008/layout/LinedList"/>
    <dgm:cxn modelId="{C8C2C7C4-3FF2-4B2F-B43E-683E27555595}" srcId="{8F679E3D-01DB-4222-A0A7-0883FD7D3BED}" destId="{4F0CD653-4006-4E56-A103-0FC2BE19996E}" srcOrd="7" destOrd="0" parTransId="{08670AB1-C163-4851-882B-CD76F897F242}" sibTransId="{7907B9AC-8524-414E-BDDE-8E36A8B17CBA}"/>
    <dgm:cxn modelId="{A7ED64C9-ECB7-4148-81FF-2A930BE2B66E}" type="presOf" srcId="{5DD95D95-7C62-4B7B-A32F-6667838C79AC}" destId="{E34F1876-98DB-490E-9A41-D38EEB73F538}" srcOrd="0" destOrd="0" presId="urn:microsoft.com/office/officeart/2008/layout/LinedList"/>
    <dgm:cxn modelId="{5DD645C9-5202-415B-B3A9-5A5F5597CFD1}" type="presOf" srcId="{2A8B9A24-B29A-4631-B2A4-E0E7F7CE0B7E}" destId="{F6519C37-3FD2-4D93-A8A0-62BD5CD16C03}" srcOrd="0" destOrd="0" presId="urn:microsoft.com/office/officeart/2008/layout/LinedList"/>
    <dgm:cxn modelId="{7ADF3DDB-AEC1-4640-B0D3-0872BCF232BC}" srcId="{8F679E3D-01DB-4222-A0A7-0883FD7D3BED}" destId="{0512E4CB-5702-45A6-BF89-2AFF8A166A16}" srcOrd="0" destOrd="0" parTransId="{042E163F-E6CD-44F8-BE04-B23AC3C4ECF4}" sibTransId="{4238A303-3155-4689-8864-02257AFF90CF}"/>
    <dgm:cxn modelId="{485C59E4-151A-4E4C-AE6A-F2605B9BDAF1}" type="presOf" srcId="{4F0CD653-4006-4E56-A103-0FC2BE19996E}" destId="{8A202550-0E9D-4F0A-97CA-DD7E112055D9}" srcOrd="0" destOrd="0" presId="urn:microsoft.com/office/officeart/2008/layout/LinedList"/>
    <dgm:cxn modelId="{42BA5BEC-81AB-4617-93D4-810FE7031051}" type="presOf" srcId="{8F679E3D-01DB-4222-A0A7-0883FD7D3BED}" destId="{4155073C-954A-4788-A2FD-2B3D8C791DD7}" srcOrd="0" destOrd="0" presId="urn:microsoft.com/office/officeart/2008/layout/LinedList"/>
    <dgm:cxn modelId="{7E7050FE-0B48-4426-8B6D-726E730508ED}" srcId="{8F679E3D-01DB-4222-A0A7-0883FD7D3BED}" destId="{602FDDF3-538D-4D63-9F96-A34665324FC2}" srcOrd="1" destOrd="0" parTransId="{8963E3E2-08F3-429D-A1F9-974968356848}" sibTransId="{302A985D-FB70-4D3D-A365-7A7A555BD70E}"/>
    <dgm:cxn modelId="{3072C37D-3EB0-4389-819F-35FDBB9E5C85}" type="presParOf" srcId="{4155073C-954A-4788-A2FD-2B3D8C791DD7}" destId="{D0B6416F-2475-462E-A6C9-4224D54A78F2}" srcOrd="0" destOrd="0" presId="urn:microsoft.com/office/officeart/2008/layout/LinedList"/>
    <dgm:cxn modelId="{077BFA7F-3131-4D39-88AE-3A3606CE9C76}" type="presParOf" srcId="{4155073C-954A-4788-A2FD-2B3D8C791DD7}" destId="{12B8BA71-F29F-420F-9988-2D4A7B48CA48}" srcOrd="1" destOrd="0" presId="urn:microsoft.com/office/officeart/2008/layout/LinedList"/>
    <dgm:cxn modelId="{2C9816B7-E8CE-4E47-9CA3-8CE3D5CA3403}" type="presParOf" srcId="{12B8BA71-F29F-420F-9988-2D4A7B48CA48}" destId="{5A13487C-0F8F-4304-B179-A295CE47C917}" srcOrd="0" destOrd="0" presId="urn:microsoft.com/office/officeart/2008/layout/LinedList"/>
    <dgm:cxn modelId="{FD065220-E13E-48A7-81FA-F0DB5FF5FE45}" type="presParOf" srcId="{12B8BA71-F29F-420F-9988-2D4A7B48CA48}" destId="{4C4AB890-7CAA-4A21-98F8-AFFC51B836B6}" srcOrd="1" destOrd="0" presId="urn:microsoft.com/office/officeart/2008/layout/LinedList"/>
    <dgm:cxn modelId="{CF929EEA-0302-42BD-A07F-5D9FD32EF08E}" type="presParOf" srcId="{4155073C-954A-4788-A2FD-2B3D8C791DD7}" destId="{7698FCF3-59B2-4A60-84A4-22D1413BBF78}" srcOrd="2" destOrd="0" presId="urn:microsoft.com/office/officeart/2008/layout/LinedList"/>
    <dgm:cxn modelId="{E371F7B6-F1E3-476C-99A1-FFA6B6F138DA}" type="presParOf" srcId="{4155073C-954A-4788-A2FD-2B3D8C791DD7}" destId="{F02AF80D-6175-4905-A448-4343842BB270}" srcOrd="3" destOrd="0" presId="urn:microsoft.com/office/officeart/2008/layout/LinedList"/>
    <dgm:cxn modelId="{3F612489-83F8-49A6-B9AC-55BDE4084437}" type="presParOf" srcId="{F02AF80D-6175-4905-A448-4343842BB270}" destId="{585C9982-6C80-47C5-8CDC-180D3B268130}" srcOrd="0" destOrd="0" presId="urn:microsoft.com/office/officeart/2008/layout/LinedList"/>
    <dgm:cxn modelId="{CEE3E477-1242-4343-B755-C0F8164369AB}" type="presParOf" srcId="{F02AF80D-6175-4905-A448-4343842BB270}" destId="{39B03C86-8A2C-4BCA-8BC9-A9791ABDDECC}" srcOrd="1" destOrd="0" presId="urn:microsoft.com/office/officeart/2008/layout/LinedList"/>
    <dgm:cxn modelId="{88DFC9C4-6D37-4EA1-BF5F-FA98718C66C6}" type="presParOf" srcId="{4155073C-954A-4788-A2FD-2B3D8C791DD7}" destId="{77E5D4CF-53EE-48BD-89FB-8CA63002428A}" srcOrd="4" destOrd="0" presId="urn:microsoft.com/office/officeart/2008/layout/LinedList"/>
    <dgm:cxn modelId="{63C67BBF-32D8-44E5-9339-BADB3C9BEA90}" type="presParOf" srcId="{4155073C-954A-4788-A2FD-2B3D8C791DD7}" destId="{EDEDAE0C-9614-4589-8FA3-E7FAECDCB9B9}" srcOrd="5" destOrd="0" presId="urn:microsoft.com/office/officeart/2008/layout/LinedList"/>
    <dgm:cxn modelId="{12F8BB4A-9F4B-4662-838E-509C0D9F0CC3}" type="presParOf" srcId="{EDEDAE0C-9614-4589-8FA3-E7FAECDCB9B9}" destId="{298A789A-01F7-45D6-9BD9-F397EC8BDBB1}" srcOrd="0" destOrd="0" presId="urn:microsoft.com/office/officeart/2008/layout/LinedList"/>
    <dgm:cxn modelId="{AC5F0E7C-C9CB-4E20-8A17-D9974FD8F25D}" type="presParOf" srcId="{EDEDAE0C-9614-4589-8FA3-E7FAECDCB9B9}" destId="{118C33E5-C35C-4653-A3EE-288AAD39D135}" srcOrd="1" destOrd="0" presId="urn:microsoft.com/office/officeart/2008/layout/LinedList"/>
    <dgm:cxn modelId="{2EFD60A0-11C8-4CC9-AD06-8E193C103275}" type="presParOf" srcId="{4155073C-954A-4788-A2FD-2B3D8C791DD7}" destId="{F4AC3651-7A23-4F75-AE8A-973908D6C9B9}" srcOrd="6" destOrd="0" presId="urn:microsoft.com/office/officeart/2008/layout/LinedList"/>
    <dgm:cxn modelId="{F7EF4701-5366-4A83-A89C-5C94B3597242}" type="presParOf" srcId="{4155073C-954A-4788-A2FD-2B3D8C791DD7}" destId="{CD108915-A037-4C3B-98C7-D0BBC6CF74D9}" srcOrd="7" destOrd="0" presId="urn:microsoft.com/office/officeart/2008/layout/LinedList"/>
    <dgm:cxn modelId="{551B7FE4-9421-4139-8FC2-009B9EDA00D4}" type="presParOf" srcId="{CD108915-A037-4C3B-98C7-D0BBC6CF74D9}" destId="{E34F1876-98DB-490E-9A41-D38EEB73F538}" srcOrd="0" destOrd="0" presId="urn:microsoft.com/office/officeart/2008/layout/LinedList"/>
    <dgm:cxn modelId="{42AB4FAD-055E-4A1C-A506-D507C5EAE414}" type="presParOf" srcId="{CD108915-A037-4C3B-98C7-D0BBC6CF74D9}" destId="{5BF061AD-5382-4D0A-98BA-269BDB35193C}" srcOrd="1" destOrd="0" presId="urn:microsoft.com/office/officeart/2008/layout/LinedList"/>
    <dgm:cxn modelId="{20EE55D9-5105-41C2-99CE-E9DCFBF3C1EA}" type="presParOf" srcId="{4155073C-954A-4788-A2FD-2B3D8C791DD7}" destId="{B31A0E4B-E7ED-4DF6-B134-383E96176A1D}" srcOrd="8" destOrd="0" presId="urn:microsoft.com/office/officeart/2008/layout/LinedList"/>
    <dgm:cxn modelId="{C178B30E-E9F9-48F4-B6F4-454ABAB8FB02}" type="presParOf" srcId="{4155073C-954A-4788-A2FD-2B3D8C791DD7}" destId="{897D6EB5-69C3-4773-AC85-7170A3E4732D}" srcOrd="9" destOrd="0" presId="urn:microsoft.com/office/officeart/2008/layout/LinedList"/>
    <dgm:cxn modelId="{4E9ECCC3-9F79-46DD-A385-92AF9001C344}" type="presParOf" srcId="{897D6EB5-69C3-4773-AC85-7170A3E4732D}" destId="{BEDE2231-D2DC-4BBF-9D92-502E9E80B2AA}" srcOrd="0" destOrd="0" presId="urn:microsoft.com/office/officeart/2008/layout/LinedList"/>
    <dgm:cxn modelId="{795B7F0A-A332-4E26-80D9-223583092E91}" type="presParOf" srcId="{897D6EB5-69C3-4773-AC85-7170A3E4732D}" destId="{FB627F9F-9504-49A7-AD2E-52EF6F769B36}" srcOrd="1" destOrd="0" presId="urn:microsoft.com/office/officeart/2008/layout/LinedList"/>
    <dgm:cxn modelId="{B7A485BF-4F94-4B8A-8F71-C9726A275EFC}" type="presParOf" srcId="{4155073C-954A-4788-A2FD-2B3D8C791DD7}" destId="{BFCAF344-8245-421A-B850-71D46989B712}" srcOrd="10" destOrd="0" presId="urn:microsoft.com/office/officeart/2008/layout/LinedList"/>
    <dgm:cxn modelId="{EEECE31A-CE57-4AC1-B602-E4D9C7D7806B}" type="presParOf" srcId="{4155073C-954A-4788-A2FD-2B3D8C791DD7}" destId="{636B31FC-7458-449C-9F08-908A50F73956}" srcOrd="11" destOrd="0" presId="urn:microsoft.com/office/officeart/2008/layout/LinedList"/>
    <dgm:cxn modelId="{5DEE6EB3-A9C9-46ED-B8AB-4D42623DDC3C}" type="presParOf" srcId="{636B31FC-7458-449C-9F08-908A50F73956}" destId="{ED488D50-85F1-468F-BC18-AD710B1DCF89}" srcOrd="0" destOrd="0" presId="urn:microsoft.com/office/officeart/2008/layout/LinedList"/>
    <dgm:cxn modelId="{3EF16AE3-D975-4FAD-B724-29B0FA16AE33}" type="presParOf" srcId="{636B31FC-7458-449C-9F08-908A50F73956}" destId="{47F80B19-B0C2-4EA4-9658-9E631FA4ED56}" srcOrd="1" destOrd="0" presId="urn:microsoft.com/office/officeart/2008/layout/LinedList"/>
    <dgm:cxn modelId="{8794B983-82B6-4FFF-A890-B6B07F87758B}" type="presParOf" srcId="{4155073C-954A-4788-A2FD-2B3D8C791DD7}" destId="{5F4E5B64-D840-4E5B-B7DC-18135E777423}" srcOrd="12" destOrd="0" presId="urn:microsoft.com/office/officeart/2008/layout/LinedList"/>
    <dgm:cxn modelId="{EC311535-B6D3-400C-BC1F-C2D14FB1BB67}" type="presParOf" srcId="{4155073C-954A-4788-A2FD-2B3D8C791DD7}" destId="{EE8D3073-18A4-4F91-86DF-770FA9D97F31}" srcOrd="13" destOrd="0" presId="urn:microsoft.com/office/officeart/2008/layout/LinedList"/>
    <dgm:cxn modelId="{58001BC5-0C1E-4C76-AAE0-77C516EFA055}" type="presParOf" srcId="{EE8D3073-18A4-4F91-86DF-770FA9D97F31}" destId="{F6519C37-3FD2-4D93-A8A0-62BD5CD16C03}" srcOrd="0" destOrd="0" presId="urn:microsoft.com/office/officeart/2008/layout/LinedList"/>
    <dgm:cxn modelId="{0D22A1E3-51AE-4360-8F18-4AA5F5C5CF13}" type="presParOf" srcId="{EE8D3073-18A4-4F91-86DF-770FA9D97F31}" destId="{2C0A5BFE-FCA5-48E2-8499-DDB3E0BA96D4}" srcOrd="1" destOrd="0" presId="urn:microsoft.com/office/officeart/2008/layout/LinedList"/>
    <dgm:cxn modelId="{6C7C0F77-4745-45B6-92C3-E2F3EE40C33A}" type="presParOf" srcId="{4155073C-954A-4788-A2FD-2B3D8C791DD7}" destId="{DF99174F-4BE1-4955-A418-67D00FF7EC52}" srcOrd="14" destOrd="0" presId="urn:microsoft.com/office/officeart/2008/layout/LinedList"/>
    <dgm:cxn modelId="{F72EFB5D-F6AD-4281-AE2E-8EAC42B55FB9}" type="presParOf" srcId="{4155073C-954A-4788-A2FD-2B3D8C791DD7}" destId="{4FAF1EC5-A417-424F-9EE8-531F04FC79D4}" srcOrd="15" destOrd="0" presId="urn:microsoft.com/office/officeart/2008/layout/LinedList"/>
    <dgm:cxn modelId="{D0F96489-D39A-490B-958F-0D956A84FEB2}" type="presParOf" srcId="{4FAF1EC5-A417-424F-9EE8-531F04FC79D4}" destId="{8A202550-0E9D-4F0A-97CA-DD7E112055D9}" srcOrd="0" destOrd="0" presId="urn:microsoft.com/office/officeart/2008/layout/LinedList"/>
    <dgm:cxn modelId="{22CEB080-768E-499D-9CEF-D09EA1F4182D}" type="presParOf" srcId="{4FAF1EC5-A417-424F-9EE8-531F04FC79D4}" destId="{19026F43-76DE-400C-80A0-DD06B6921005}" srcOrd="1" destOrd="0" presId="urn:microsoft.com/office/officeart/2008/layout/LinedList"/>
    <dgm:cxn modelId="{1349FCE3-3F4A-4F77-AB72-B26B640ABF61}" type="presParOf" srcId="{4155073C-954A-4788-A2FD-2B3D8C791DD7}" destId="{F0BD20C5-66FA-481E-958F-29CD7591B9CB}" srcOrd="16" destOrd="0" presId="urn:microsoft.com/office/officeart/2008/layout/LinedList"/>
    <dgm:cxn modelId="{255A4B60-C1E7-424A-97B4-7844AE23AB12}" type="presParOf" srcId="{4155073C-954A-4788-A2FD-2B3D8C791DD7}" destId="{BAEE4240-21D3-49DF-B0EC-82AFF849DFAB}" srcOrd="17" destOrd="0" presId="urn:microsoft.com/office/officeart/2008/layout/LinedList"/>
    <dgm:cxn modelId="{99475CA0-A28F-4FE0-9D81-F816654E0B3B}" type="presParOf" srcId="{BAEE4240-21D3-49DF-B0EC-82AFF849DFAB}" destId="{890E6926-DA16-45FD-8337-B29345396FAA}" srcOrd="0" destOrd="0" presId="urn:microsoft.com/office/officeart/2008/layout/LinedList"/>
    <dgm:cxn modelId="{8177CE71-FE67-4FF6-9F86-232074C8ED4E}" type="presParOf" srcId="{BAEE4240-21D3-49DF-B0EC-82AFF849DFAB}" destId="{D48CDC09-ACFA-46C7-853A-80B56DBFA2B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3D4E6A-1C77-464F-B294-72B7CFD82B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77910B9-6B82-4F49-979D-CD158C19112B}">
      <dgm:prSet/>
      <dgm:spPr/>
      <dgm:t>
        <a:bodyPr/>
        <a:lstStyle/>
        <a:p>
          <a:r>
            <a:rPr lang="fr-CH"/>
            <a:t>Dans le cadre de cet exercice, nous avons développé un script PowerShell capable de :</a:t>
          </a:r>
          <a:endParaRPr lang="en-US"/>
        </a:p>
      </dgm:t>
    </dgm:pt>
    <dgm:pt modelId="{3B6C235E-9568-486C-93D9-ACA8AAAFC244}" type="parTrans" cxnId="{D1FFA8BD-A847-4ED0-A49B-0B8E5DEA5C19}">
      <dgm:prSet/>
      <dgm:spPr/>
      <dgm:t>
        <a:bodyPr/>
        <a:lstStyle/>
        <a:p>
          <a:endParaRPr lang="en-US"/>
        </a:p>
      </dgm:t>
    </dgm:pt>
    <dgm:pt modelId="{CC69C3BC-5865-4B15-BBEE-DB805C6CBFE2}" type="sibTrans" cxnId="{D1FFA8BD-A847-4ED0-A49B-0B8E5DEA5C19}">
      <dgm:prSet/>
      <dgm:spPr/>
      <dgm:t>
        <a:bodyPr/>
        <a:lstStyle/>
        <a:p>
          <a:endParaRPr lang="en-US"/>
        </a:p>
      </dgm:t>
    </dgm:pt>
    <dgm:pt modelId="{DA12E80C-88AE-4D38-83F8-2A9983907612}">
      <dgm:prSet/>
      <dgm:spPr/>
      <dgm:t>
        <a:bodyPr/>
        <a:lstStyle/>
        <a:p>
          <a:r>
            <a:rPr lang="fr-CH"/>
            <a:t>Créer automatiquement un dossier utilisateur</a:t>
          </a:r>
          <a:endParaRPr lang="en-US"/>
        </a:p>
      </dgm:t>
    </dgm:pt>
    <dgm:pt modelId="{5020F6B2-D273-4826-A73B-F206614ED80C}" type="parTrans" cxnId="{8FBB1BC3-4070-4585-B495-7E262E2DC6C9}">
      <dgm:prSet/>
      <dgm:spPr/>
      <dgm:t>
        <a:bodyPr/>
        <a:lstStyle/>
        <a:p>
          <a:endParaRPr lang="en-US"/>
        </a:p>
      </dgm:t>
    </dgm:pt>
    <dgm:pt modelId="{3B51B076-B9FE-497E-BEA4-B687142AC302}" type="sibTrans" cxnId="{8FBB1BC3-4070-4585-B495-7E262E2DC6C9}">
      <dgm:prSet/>
      <dgm:spPr/>
      <dgm:t>
        <a:bodyPr/>
        <a:lstStyle/>
        <a:p>
          <a:endParaRPr lang="en-US"/>
        </a:p>
      </dgm:t>
    </dgm:pt>
    <dgm:pt modelId="{DB598AC4-B3CE-44D9-BDDD-BB5078D478C4}">
      <dgm:prSet/>
      <dgm:spPr/>
      <dgm:t>
        <a:bodyPr/>
        <a:lstStyle/>
        <a:p>
          <a:r>
            <a:rPr lang="fr-CH"/>
            <a:t>Générer un fichier confirmation.txt</a:t>
          </a:r>
          <a:endParaRPr lang="en-US"/>
        </a:p>
      </dgm:t>
    </dgm:pt>
    <dgm:pt modelId="{F49BE09D-BC13-425A-8BD6-0306E2E89BE3}" type="parTrans" cxnId="{F9A6FDE6-D51D-4557-9C32-F8CA74B7614E}">
      <dgm:prSet/>
      <dgm:spPr/>
      <dgm:t>
        <a:bodyPr/>
        <a:lstStyle/>
        <a:p>
          <a:endParaRPr lang="en-US"/>
        </a:p>
      </dgm:t>
    </dgm:pt>
    <dgm:pt modelId="{C98796AE-9674-4149-80E3-CBF3B623B573}" type="sibTrans" cxnId="{F9A6FDE6-D51D-4557-9C32-F8CA74B7614E}">
      <dgm:prSet/>
      <dgm:spPr/>
      <dgm:t>
        <a:bodyPr/>
        <a:lstStyle/>
        <a:p>
          <a:endParaRPr lang="en-US"/>
        </a:p>
      </dgm:t>
    </dgm:pt>
    <dgm:pt modelId="{705B928F-A90E-431F-89E8-5CFA7D5753B6}">
      <dgm:prSet/>
      <dgm:spPr/>
      <dgm:t>
        <a:bodyPr/>
        <a:lstStyle/>
        <a:p>
          <a:r>
            <a:rPr lang="fr-CH"/>
            <a:t>Ajouter la date dans le nom du dossier</a:t>
          </a:r>
          <a:endParaRPr lang="en-US"/>
        </a:p>
      </dgm:t>
    </dgm:pt>
    <dgm:pt modelId="{51728ACC-C5EE-4D07-AA7A-77FB6EC7E2AE}" type="parTrans" cxnId="{7D1F6423-B805-446F-B1ED-3C2C45972500}">
      <dgm:prSet/>
      <dgm:spPr/>
      <dgm:t>
        <a:bodyPr/>
        <a:lstStyle/>
        <a:p>
          <a:endParaRPr lang="en-US"/>
        </a:p>
      </dgm:t>
    </dgm:pt>
    <dgm:pt modelId="{5C16BA74-F445-489C-928A-CAD82106A442}" type="sibTrans" cxnId="{7D1F6423-B805-446F-B1ED-3C2C45972500}">
      <dgm:prSet/>
      <dgm:spPr/>
      <dgm:t>
        <a:bodyPr/>
        <a:lstStyle/>
        <a:p>
          <a:endParaRPr lang="en-US"/>
        </a:p>
      </dgm:t>
    </dgm:pt>
    <dgm:pt modelId="{ED7BD4CC-82A2-42DD-9467-BF08AD9E19AE}">
      <dgm:prSet/>
      <dgm:spPr/>
      <dgm:t>
        <a:bodyPr/>
        <a:lstStyle/>
        <a:p>
          <a:r>
            <a:rPr lang="fr-CH"/>
            <a:t>Enregistrer chaque opération dans un fichier log</a:t>
          </a:r>
          <a:endParaRPr lang="en-US"/>
        </a:p>
      </dgm:t>
    </dgm:pt>
    <dgm:pt modelId="{5C0E9582-1DAC-4460-9D50-00D231BC98DA}" type="parTrans" cxnId="{7AE83415-F7A8-4926-9ACF-300BF060E356}">
      <dgm:prSet/>
      <dgm:spPr/>
      <dgm:t>
        <a:bodyPr/>
        <a:lstStyle/>
        <a:p>
          <a:endParaRPr lang="en-US"/>
        </a:p>
      </dgm:t>
    </dgm:pt>
    <dgm:pt modelId="{CE8B74BB-88A9-401E-AB62-9FAB873E5700}" type="sibTrans" cxnId="{7AE83415-F7A8-4926-9ACF-300BF060E356}">
      <dgm:prSet/>
      <dgm:spPr/>
      <dgm:t>
        <a:bodyPr/>
        <a:lstStyle/>
        <a:p>
          <a:endParaRPr lang="en-US"/>
        </a:p>
      </dgm:t>
    </dgm:pt>
    <dgm:pt modelId="{8B99F51A-D60E-43B4-9510-98C70BBBDEA6}">
      <dgm:prSet/>
      <dgm:spPr/>
      <dgm:t>
        <a:bodyPr/>
        <a:lstStyle/>
        <a:p>
          <a:r>
            <a:rPr lang="fr-CH"/>
            <a:t>Cette automatisation permet de standardiser la procédure et de garantir une meilleure organisation des fichiers</a:t>
          </a:r>
          <a:endParaRPr lang="en-US"/>
        </a:p>
      </dgm:t>
    </dgm:pt>
    <dgm:pt modelId="{15678D5B-032C-4933-8E68-CA056953D2E0}" type="parTrans" cxnId="{F079EDF2-B8AB-4DEB-ADB3-106A070EB7FF}">
      <dgm:prSet/>
      <dgm:spPr/>
      <dgm:t>
        <a:bodyPr/>
        <a:lstStyle/>
        <a:p>
          <a:endParaRPr lang="en-US"/>
        </a:p>
      </dgm:t>
    </dgm:pt>
    <dgm:pt modelId="{DAEC7859-4967-4BCA-8EDC-9D3F8DD83BD5}" type="sibTrans" cxnId="{F079EDF2-B8AB-4DEB-ADB3-106A070EB7FF}">
      <dgm:prSet/>
      <dgm:spPr/>
      <dgm:t>
        <a:bodyPr/>
        <a:lstStyle/>
        <a:p>
          <a:endParaRPr lang="en-US"/>
        </a:p>
      </dgm:t>
    </dgm:pt>
    <dgm:pt modelId="{92A72338-60B4-4E1A-A56F-48D67AE4E215}" type="pres">
      <dgm:prSet presAssocID="{083D4E6A-1C77-464F-B294-72B7CFD82BDE}" presName="linear" presStyleCnt="0">
        <dgm:presLayoutVars>
          <dgm:animLvl val="lvl"/>
          <dgm:resizeHandles val="exact"/>
        </dgm:presLayoutVars>
      </dgm:prSet>
      <dgm:spPr/>
    </dgm:pt>
    <dgm:pt modelId="{EFC852ED-C1B1-4DD1-96CB-AE6BFED7B4A3}" type="pres">
      <dgm:prSet presAssocID="{E77910B9-6B82-4F49-979D-CD158C19112B}" presName="parentText" presStyleLbl="node1" presStyleIdx="0" presStyleCnt="2">
        <dgm:presLayoutVars>
          <dgm:chMax val="0"/>
          <dgm:bulletEnabled val="1"/>
        </dgm:presLayoutVars>
      </dgm:prSet>
      <dgm:spPr/>
    </dgm:pt>
    <dgm:pt modelId="{3767A508-45EF-4B6B-B82A-3B16FCA3FB21}" type="pres">
      <dgm:prSet presAssocID="{E77910B9-6B82-4F49-979D-CD158C19112B}" presName="childText" presStyleLbl="revTx" presStyleIdx="0" presStyleCnt="1">
        <dgm:presLayoutVars>
          <dgm:bulletEnabled val="1"/>
        </dgm:presLayoutVars>
      </dgm:prSet>
      <dgm:spPr/>
    </dgm:pt>
    <dgm:pt modelId="{BDF54D9D-D875-4177-A8C1-D64AB4AE6E59}" type="pres">
      <dgm:prSet presAssocID="{8B99F51A-D60E-43B4-9510-98C70BBBDEA6}" presName="parentText" presStyleLbl="node1" presStyleIdx="1" presStyleCnt="2">
        <dgm:presLayoutVars>
          <dgm:chMax val="0"/>
          <dgm:bulletEnabled val="1"/>
        </dgm:presLayoutVars>
      </dgm:prSet>
      <dgm:spPr/>
    </dgm:pt>
  </dgm:ptLst>
  <dgm:cxnLst>
    <dgm:cxn modelId="{7AE83415-F7A8-4926-9ACF-300BF060E356}" srcId="{E77910B9-6B82-4F49-979D-CD158C19112B}" destId="{ED7BD4CC-82A2-42DD-9467-BF08AD9E19AE}" srcOrd="3" destOrd="0" parTransId="{5C0E9582-1DAC-4460-9D50-00D231BC98DA}" sibTransId="{CE8B74BB-88A9-401E-AB62-9FAB873E5700}"/>
    <dgm:cxn modelId="{7D1F6423-B805-446F-B1ED-3C2C45972500}" srcId="{E77910B9-6B82-4F49-979D-CD158C19112B}" destId="{705B928F-A90E-431F-89E8-5CFA7D5753B6}" srcOrd="2" destOrd="0" parTransId="{51728ACC-C5EE-4D07-AA7A-77FB6EC7E2AE}" sibTransId="{5C16BA74-F445-489C-928A-CAD82106A442}"/>
    <dgm:cxn modelId="{8F76B75E-C76E-4BC4-8001-7931E9A36D63}" type="presOf" srcId="{E77910B9-6B82-4F49-979D-CD158C19112B}" destId="{EFC852ED-C1B1-4DD1-96CB-AE6BFED7B4A3}" srcOrd="0" destOrd="0" presId="urn:microsoft.com/office/officeart/2005/8/layout/vList2"/>
    <dgm:cxn modelId="{37F3FA6F-309B-4A98-A6ED-CFB56D8DBA24}" type="presOf" srcId="{DB598AC4-B3CE-44D9-BDDD-BB5078D478C4}" destId="{3767A508-45EF-4B6B-B82A-3B16FCA3FB21}" srcOrd="0" destOrd="1" presId="urn:microsoft.com/office/officeart/2005/8/layout/vList2"/>
    <dgm:cxn modelId="{7BD6559E-2F7F-416D-B2E0-F9F4412D371E}" type="presOf" srcId="{083D4E6A-1C77-464F-B294-72B7CFD82BDE}" destId="{92A72338-60B4-4E1A-A56F-48D67AE4E215}" srcOrd="0" destOrd="0" presId="urn:microsoft.com/office/officeart/2005/8/layout/vList2"/>
    <dgm:cxn modelId="{9F509EA3-86DF-4E6A-9853-F59EE1028EDA}" type="presOf" srcId="{DA12E80C-88AE-4D38-83F8-2A9983907612}" destId="{3767A508-45EF-4B6B-B82A-3B16FCA3FB21}" srcOrd="0" destOrd="0" presId="urn:microsoft.com/office/officeart/2005/8/layout/vList2"/>
    <dgm:cxn modelId="{D1FFA8BD-A847-4ED0-A49B-0B8E5DEA5C19}" srcId="{083D4E6A-1C77-464F-B294-72B7CFD82BDE}" destId="{E77910B9-6B82-4F49-979D-CD158C19112B}" srcOrd="0" destOrd="0" parTransId="{3B6C235E-9568-486C-93D9-ACA8AAAFC244}" sibTransId="{CC69C3BC-5865-4B15-BBEE-DB805C6CBFE2}"/>
    <dgm:cxn modelId="{8FBB1BC3-4070-4585-B495-7E262E2DC6C9}" srcId="{E77910B9-6B82-4F49-979D-CD158C19112B}" destId="{DA12E80C-88AE-4D38-83F8-2A9983907612}" srcOrd="0" destOrd="0" parTransId="{5020F6B2-D273-4826-A73B-F206614ED80C}" sibTransId="{3B51B076-B9FE-497E-BEA4-B687142AC302}"/>
    <dgm:cxn modelId="{4AF854CC-684A-48DF-8113-C0E7967CE58C}" type="presOf" srcId="{705B928F-A90E-431F-89E8-5CFA7D5753B6}" destId="{3767A508-45EF-4B6B-B82A-3B16FCA3FB21}" srcOrd="0" destOrd="2" presId="urn:microsoft.com/office/officeart/2005/8/layout/vList2"/>
    <dgm:cxn modelId="{996F85D7-1E2C-4DFF-B9B8-9B57FC372839}" type="presOf" srcId="{ED7BD4CC-82A2-42DD-9467-BF08AD9E19AE}" destId="{3767A508-45EF-4B6B-B82A-3B16FCA3FB21}" srcOrd="0" destOrd="3" presId="urn:microsoft.com/office/officeart/2005/8/layout/vList2"/>
    <dgm:cxn modelId="{F9A6FDE6-D51D-4557-9C32-F8CA74B7614E}" srcId="{E77910B9-6B82-4F49-979D-CD158C19112B}" destId="{DB598AC4-B3CE-44D9-BDDD-BB5078D478C4}" srcOrd="1" destOrd="0" parTransId="{F49BE09D-BC13-425A-8BD6-0306E2E89BE3}" sibTransId="{C98796AE-9674-4149-80E3-CBF3B623B573}"/>
    <dgm:cxn modelId="{F079EDF2-B8AB-4DEB-ADB3-106A070EB7FF}" srcId="{083D4E6A-1C77-464F-B294-72B7CFD82BDE}" destId="{8B99F51A-D60E-43B4-9510-98C70BBBDEA6}" srcOrd="1" destOrd="0" parTransId="{15678D5B-032C-4933-8E68-CA056953D2E0}" sibTransId="{DAEC7859-4967-4BCA-8EDC-9D3F8DD83BD5}"/>
    <dgm:cxn modelId="{E666B6FA-1F08-44DE-A7FB-AEDF7FDDD745}" type="presOf" srcId="{8B99F51A-D60E-43B4-9510-98C70BBBDEA6}" destId="{BDF54D9D-D875-4177-A8C1-D64AB4AE6E59}" srcOrd="0" destOrd="0" presId="urn:microsoft.com/office/officeart/2005/8/layout/vList2"/>
    <dgm:cxn modelId="{56048942-4630-41A2-93BB-2017CEA3EA73}" type="presParOf" srcId="{92A72338-60B4-4E1A-A56F-48D67AE4E215}" destId="{EFC852ED-C1B1-4DD1-96CB-AE6BFED7B4A3}" srcOrd="0" destOrd="0" presId="urn:microsoft.com/office/officeart/2005/8/layout/vList2"/>
    <dgm:cxn modelId="{E2B22AF5-774A-458D-A0FD-8A1839620905}" type="presParOf" srcId="{92A72338-60B4-4E1A-A56F-48D67AE4E215}" destId="{3767A508-45EF-4B6B-B82A-3B16FCA3FB21}" srcOrd="1" destOrd="0" presId="urn:microsoft.com/office/officeart/2005/8/layout/vList2"/>
    <dgm:cxn modelId="{6268D480-6496-447C-AF40-1F7EE09EDA9A}" type="presParOf" srcId="{92A72338-60B4-4E1A-A56F-48D67AE4E215}" destId="{BDF54D9D-D875-4177-A8C1-D64AB4AE6E5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E4B49C-E918-47AE-87ED-23EB3155932E}"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16A344AB-D8C0-4F81-B269-6B7E4274C06C}">
      <dgm:prSet/>
      <dgm:spPr/>
      <dgm:t>
        <a:bodyPr/>
        <a:lstStyle/>
        <a:p>
          <a:r>
            <a:rPr lang="fr-CH" b="1"/>
            <a:t>Fonctionnement du script</a:t>
          </a:r>
          <a:endParaRPr lang="en-US"/>
        </a:p>
      </dgm:t>
    </dgm:pt>
    <dgm:pt modelId="{8550A692-AA99-4A2A-9C52-E4141EBCF82B}" type="parTrans" cxnId="{7ECAE82A-CC4C-461C-9A5B-83D9BA5D849E}">
      <dgm:prSet/>
      <dgm:spPr/>
      <dgm:t>
        <a:bodyPr/>
        <a:lstStyle/>
        <a:p>
          <a:endParaRPr lang="en-US"/>
        </a:p>
      </dgm:t>
    </dgm:pt>
    <dgm:pt modelId="{355BF117-DE59-4A88-BD78-8157AC273562}" type="sibTrans" cxnId="{7ECAE82A-CC4C-461C-9A5B-83D9BA5D849E}">
      <dgm:prSet/>
      <dgm:spPr/>
      <dgm:t>
        <a:bodyPr/>
        <a:lstStyle/>
        <a:p>
          <a:endParaRPr lang="en-US"/>
        </a:p>
      </dgm:t>
    </dgm:pt>
    <dgm:pt modelId="{F902EF67-7225-49B1-A177-095335CA60E3}">
      <dgm:prSet/>
      <dgm:spPr/>
      <dgm:t>
        <a:bodyPr/>
        <a:lstStyle/>
        <a:p>
          <a:pPr>
            <a:lnSpc>
              <a:spcPct val="100000"/>
            </a:lnSpc>
          </a:pPr>
          <a:r>
            <a:rPr lang="fr-CH"/>
            <a:t>Le script automatise la création d’un dossier utilisateur en plusieurs étapes :</a:t>
          </a:r>
          <a:endParaRPr lang="en-US"/>
        </a:p>
      </dgm:t>
    </dgm:pt>
    <dgm:pt modelId="{F4ED8BAE-D3FB-4D49-AB44-85FE51EDAE7E}" type="parTrans" cxnId="{ECE6B063-8397-4866-9E9B-7C9A37F0B372}">
      <dgm:prSet/>
      <dgm:spPr/>
      <dgm:t>
        <a:bodyPr/>
        <a:lstStyle/>
        <a:p>
          <a:endParaRPr lang="en-US"/>
        </a:p>
      </dgm:t>
    </dgm:pt>
    <dgm:pt modelId="{2C754C78-8F5F-402B-A01B-A249CAFADAF2}" type="sibTrans" cxnId="{ECE6B063-8397-4866-9E9B-7C9A37F0B372}">
      <dgm:prSet/>
      <dgm:spPr/>
      <dgm:t>
        <a:bodyPr/>
        <a:lstStyle/>
        <a:p>
          <a:endParaRPr lang="en-US"/>
        </a:p>
      </dgm:t>
    </dgm:pt>
    <dgm:pt modelId="{6782FA92-9843-4953-BC26-A726BB9CD0A6}">
      <dgm:prSet/>
      <dgm:spPr/>
      <dgm:t>
        <a:bodyPr/>
        <a:lstStyle/>
        <a:p>
          <a:pPr>
            <a:lnSpc>
              <a:spcPct val="100000"/>
            </a:lnSpc>
          </a:pPr>
          <a:r>
            <a:rPr lang="fr-CH"/>
            <a:t>Le script récupère le nom de l’utilisateur</a:t>
          </a:r>
          <a:endParaRPr lang="en-US"/>
        </a:p>
      </dgm:t>
    </dgm:pt>
    <dgm:pt modelId="{0B6B3837-8406-46F5-A1B4-FE039E72C1C0}" type="parTrans" cxnId="{F140C93A-BB6A-40A4-AE62-2BD0E47B285E}">
      <dgm:prSet/>
      <dgm:spPr/>
      <dgm:t>
        <a:bodyPr/>
        <a:lstStyle/>
        <a:p>
          <a:endParaRPr lang="en-US"/>
        </a:p>
      </dgm:t>
    </dgm:pt>
    <dgm:pt modelId="{28F8BF7A-118A-47D4-A076-A0147E32FE7F}" type="sibTrans" cxnId="{F140C93A-BB6A-40A4-AE62-2BD0E47B285E}">
      <dgm:prSet/>
      <dgm:spPr/>
      <dgm:t>
        <a:bodyPr/>
        <a:lstStyle/>
        <a:p>
          <a:endParaRPr lang="en-US"/>
        </a:p>
      </dgm:t>
    </dgm:pt>
    <dgm:pt modelId="{FB09A09E-47D4-469A-8CBD-8A9107423DD9}">
      <dgm:prSet/>
      <dgm:spPr/>
      <dgm:t>
        <a:bodyPr/>
        <a:lstStyle/>
        <a:p>
          <a:pPr>
            <a:lnSpc>
              <a:spcPct val="100000"/>
            </a:lnSpc>
          </a:pPr>
          <a:r>
            <a:rPr lang="fr-CH"/>
            <a:t>Il génère la date automatiquement</a:t>
          </a:r>
          <a:endParaRPr lang="en-US"/>
        </a:p>
      </dgm:t>
    </dgm:pt>
    <dgm:pt modelId="{93990B77-39C4-4DC9-A9BE-5B18BA39C4DB}" type="parTrans" cxnId="{ED647D14-28FF-4B40-985E-905038B5D1F5}">
      <dgm:prSet/>
      <dgm:spPr/>
      <dgm:t>
        <a:bodyPr/>
        <a:lstStyle/>
        <a:p>
          <a:endParaRPr lang="en-US"/>
        </a:p>
      </dgm:t>
    </dgm:pt>
    <dgm:pt modelId="{7CC209EE-7E71-4708-9BEE-D8BCEF70FD5A}" type="sibTrans" cxnId="{ED647D14-28FF-4B40-985E-905038B5D1F5}">
      <dgm:prSet/>
      <dgm:spPr/>
      <dgm:t>
        <a:bodyPr/>
        <a:lstStyle/>
        <a:p>
          <a:endParaRPr lang="en-US"/>
        </a:p>
      </dgm:t>
    </dgm:pt>
    <dgm:pt modelId="{E8C5A65F-24C3-4493-89D3-A455E5F683D1}">
      <dgm:prSet/>
      <dgm:spPr/>
      <dgm:t>
        <a:bodyPr/>
        <a:lstStyle/>
        <a:p>
          <a:pPr>
            <a:lnSpc>
              <a:spcPct val="100000"/>
            </a:lnSpc>
          </a:pPr>
          <a:r>
            <a:rPr lang="fr-CH"/>
            <a:t>Il crée le dossier utilisateur avec la date</a:t>
          </a:r>
          <a:endParaRPr lang="en-US"/>
        </a:p>
      </dgm:t>
    </dgm:pt>
    <dgm:pt modelId="{7958B1F4-63F9-4F2F-8AD8-3F8E24420150}" type="parTrans" cxnId="{E1ED3A85-C7B9-4806-8E1F-47EC8758E356}">
      <dgm:prSet/>
      <dgm:spPr/>
      <dgm:t>
        <a:bodyPr/>
        <a:lstStyle/>
        <a:p>
          <a:endParaRPr lang="en-US"/>
        </a:p>
      </dgm:t>
    </dgm:pt>
    <dgm:pt modelId="{680C791A-34B0-41EF-B122-193006C68BAB}" type="sibTrans" cxnId="{E1ED3A85-C7B9-4806-8E1F-47EC8758E356}">
      <dgm:prSet/>
      <dgm:spPr/>
      <dgm:t>
        <a:bodyPr/>
        <a:lstStyle/>
        <a:p>
          <a:endParaRPr lang="en-US"/>
        </a:p>
      </dgm:t>
    </dgm:pt>
    <dgm:pt modelId="{AD98BBBA-E424-4946-A2C8-2A51ABD21515}">
      <dgm:prSet/>
      <dgm:spPr/>
      <dgm:t>
        <a:bodyPr/>
        <a:lstStyle/>
        <a:p>
          <a:pPr>
            <a:lnSpc>
              <a:spcPct val="100000"/>
            </a:lnSpc>
          </a:pPr>
          <a:r>
            <a:rPr lang="fr-CH"/>
            <a:t>Il crée un fichier confirmation.txt dans le dossier</a:t>
          </a:r>
          <a:endParaRPr lang="en-US"/>
        </a:p>
      </dgm:t>
    </dgm:pt>
    <dgm:pt modelId="{6B4016C7-3256-445B-92B2-AB4AA2583050}" type="parTrans" cxnId="{35171C2F-E3AE-41E9-A679-F3E5AEAB3631}">
      <dgm:prSet/>
      <dgm:spPr/>
      <dgm:t>
        <a:bodyPr/>
        <a:lstStyle/>
        <a:p>
          <a:endParaRPr lang="en-US"/>
        </a:p>
      </dgm:t>
    </dgm:pt>
    <dgm:pt modelId="{EA0C8A78-6219-40A8-B8A3-BC89258736FA}" type="sibTrans" cxnId="{35171C2F-E3AE-41E9-A679-F3E5AEAB3631}">
      <dgm:prSet/>
      <dgm:spPr/>
      <dgm:t>
        <a:bodyPr/>
        <a:lstStyle/>
        <a:p>
          <a:endParaRPr lang="en-US"/>
        </a:p>
      </dgm:t>
    </dgm:pt>
    <dgm:pt modelId="{BE52AF88-91AA-4040-A066-11483B9570CC}">
      <dgm:prSet/>
      <dgm:spPr/>
      <dgm:t>
        <a:bodyPr/>
        <a:lstStyle/>
        <a:p>
          <a:pPr>
            <a:lnSpc>
              <a:spcPct val="100000"/>
            </a:lnSpc>
          </a:pPr>
          <a:r>
            <a:rPr lang="fr-CH"/>
            <a:t>Il enregistre l’opération dans un fichier log.txt</a:t>
          </a:r>
          <a:endParaRPr lang="en-US"/>
        </a:p>
      </dgm:t>
    </dgm:pt>
    <dgm:pt modelId="{230C0E74-D00A-46CD-B743-500D499FCFE7}" type="parTrans" cxnId="{4C211930-855F-4D0E-9E26-B25B51105268}">
      <dgm:prSet/>
      <dgm:spPr/>
      <dgm:t>
        <a:bodyPr/>
        <a:lstStyle/>
        <a:p>
          <a:endParaRPr lang="en-US"/>
        </a:p>
      </dgm:t>
    </dgm:pt>
    <dgm:pt modelId="{7B02E2DB-3D88-4296-9F4A-97FA91EE00F0}" type="sibTrans" cxnId="{4C211930-855F-4D0E-9E26-B25B51105268}">
      <dgm:prSet/>
      <dgm:spPr/>
      <dgm:t>
        <a:bodyPr/>
        <a:lstStyle/>
        <a:p>
          <a:endParaRPr lang="en-US"/>
        </a:p>
      </dgm:t>
    </dgm:pt>
    <dgm:pt modelId="{8BE04C26-2E09-4FD3-AA3B-FE2CC669F28F}">
      <dgm:prSet/>
      <dgm:spPr/>
      <dgm:t>
        <a:bodyPr/>
        <a:lstStyle/>
        <a:p>
          <a:r>
            <a:rPr lang="fr-CH"/>
            <a:t>Nom utilisateur → Création dossier → confirmation.txt → log.txt</a:t>
          </a:r>
          <a:endParaRPr lang="en-US"/>
        </a:p>
      </dgm:t>
    </dgm:pt>
    <dgm:pt modelId="{B1F1255A-B2E2-4CFE-9A72-B2A44EA4D5DE}" type="parTrans" cxnId="{9BA541AD-33C4-4BE6-B34C-0BE04587FDA2}">
      <dgm:prSet/>
      <dgm:spPr/>
      <dgm:t>
        <a:bodyPr/>
        <a:lstStyle/>
        <a:p>
          <a:endParaRPr lang="en-US"/>
        </a:p>
      </dgm:t>
    </dgm:pt>
    <dgm:pt modelId="{5F61CA13-713D-4DEC-9BEA-43AACCE568B6}" type="sibTrans" cxnId="{9BA541AD-33C4-4BE6-B34C-0BE04587FDA2}">
      <dgm:prSet/>
      <dgm:spPr/>
      <dgm:t>
        <a:bodyPr/>
        <a:lstStyle/>
        <a:p>
          <a:endParaRPr lang="en-US"/>
        </a:p>
      </dgm:t>
    </dgm:pt>
    <dgm:pt modelId="{DF51DEC4-BEE1-4D2C-8A55-3AFCD2156A8D}" type="pres">
      <dgm:prSet presAssocID="{1DE4B49C-E918-47AE-87ED-23EB3155932E}" presName="linear" presStyleCnt="0">
        <dgm:presLayoutVars>
          <dgm:dir/>
          <dgm:animLvl val="lvl"/>
          <dgm:resizeHandles val="exact"/>
        </dgm:presLayoutVars>
      </dgm:prSet>
      <dgm:spPr/>
    </dgm:pt>
    <dgm:pt modelId="{1DD4F395-C85A-47D0-B4B8-953AE1D543F1}" type="pres">
      <dgm:prSet presAssocID="{16A344AB-D8C0-4F81-B269-6B7E4274C06C}" presName="parentLin" presStyleCnt="0"/>
      <dgm:spPr/>
    </dgm:pt>
    <dgm:pt modelId="{CF9C7F64-1F8E-4C53-B773-1D1848BF8650}" type="pres">
      <dgm:prSet presAssocID="{16A344AB-D8C0-4F81-B269-6B7E4274C06C}" presName="parentLeftMargin" presStyleLbl="node1" presStyleIdx="0" presStyleCnt="2"/>
      <dgm:spPr/>
    </dgm:pt>
    <dgm:pt modelId="{ACC8088A-9C7F-4936-9605-449E29FFAB1D}" type="pres">
      <dgm:prSet presAssocID="{16A344AB-D8C0-4F81-B269-6B7E4274C06C}" presName="parentText" presStyleLbl="node1" presStyleIdx="0" presStyleCnt="2">
        <dgm:presLayoutVars>
          <dgm:chMax val="0"/>
          <dgm:bulletEnabled val="1"/>
        </dgm:presLayoutVars>
      </dgm:prSet>
      <dgm:spPr/>
    </dgm:pt>
    <dgm:pt modelId="{C5CED32B-D2DC-4AEE-8E25-3BB1935CA910}" type="pres">
      <dgm:prSet presAssocID="{16A344AB-D8C0-4F81-B269-6B7E4274C06C}" presName="negativeSpace" presStyleCnt="0"/>
      <dgm:spPr/>
    </dgm:pt>
    <dgm:pt modelId="{3BF41EE6-09E5-46CD-92F1-8BD4D6D4C5FF}" type="pres">
      <dgm:prSet presAssocID="{16A344AB-D8C0-4F81-B269-6B7E4274C06C}" presName="childText" presStyleLbl="conFgAcc1" presStyleIdx="0" presStyleCnt="2">
        <dgm:presLayoutVars>
          <dgm:bulletEnabled val="1"/>
        </dgm:presLayoutVars>
      </dgm:prSet>
      <dgm:spPr/>
    </dgm:pt>
    <dgm:pt modelId="{5B489160-84C3-46D1-A9ED-2D1407BF691D}" type="pres">
      <dgm:prSet presAssocID="{355BF117-DE59-4A88-BD78-8157AC273562}" presName="spaceBetweenRectangles" presStyleCnt="0"/>
      <dgm:spPr/>
    </dgm:pt>
    <dgm:pt modelId="{4ADC7F70-006E-476D-AD8D-7938C912D475}" type="pres">
      <dgm:prSet presAssocID="{8BE04C26-2E09-4FD3-AA3B-FE2CC669F28F}" presName="parentLin" presStyleCnt="0"/>
      <dgm:spPr/>
    </dgm:pt>
    <dgm:pt modelId="{A3114891-0129-49B6-AB92-FA9C416969C7}" type="pres">
      <dgm:prSet presAssocID="{8BE04C26-2E09-4FD3-AA3B-FE2CC669F28F}" presName="parentLeftMargin" presStyleLbl="node1" presStyleIdx="0" presStyleCnt="2"/>
      <dgm:spPr/>
    </dgm:pt>
    <dgm:pt modelId="{97627824-EC64-493D-94FB-C30AD827573A}" type="pres">
      <dgm:prSet presAssocID="{8BE04C26-2E09-4FD3-AA3B-FE2CC669F28F}" presName="parentText" presStyleLbl="node1" presStyleIdx="1" presStyleCnt="2" custLinFactNeighborX="-48849" custLinFactNeighborY="99378">
        <dgm:presLayoutVars>
          <dgm:chMax val="0"/>
          <dgm:bulletEnabled val="1"/>
        </dgm:presLayoutVars>
      </dgm:prSet>
      <dgm:spPr/>
    </dgm:pt>
    <dgm:pt modelId="{2EA7400F-3451-4F4E-8960-5728BF3C45E7}" type="pres">
      <dgm:prSet presAssocID="{8BE04C26-2E09-4FD3-AA3B-FE2CC669F28F}" presName="negativeSpace" presStyleCnt="0"/>
      <dgm:spPr/>
    </dgm:pt>
    <dgm:pt modelId="{74EF48B7-574F-4086-82D3-56C09C953616}" type="pres">
      <dgm:prSet presAssocID="{8BE04C26-2E09-4FD3-AA3B-FE2CC669F28F}" presName="childText" presStyleLbl="conFgAcc1" presStyleIdx="1" presStyleCnt="2">
        <dgm:presLayoutVars>
          <dgm:bulletEnabled val="1"/>
        </dgm:presLayoutVars>
      </dgm:prSet>
      <dgm:spPr/>
    </dgm:pt>
  </dgm:ptLst>
  <dgm:cxnLst>
    <dgm:cxn modelId="{D421B40A-10B3-4424-A309-D4A8DC9904C7}" type="presOf" srcId="{16A344AB-D8C0-4F81-B269-6B7E4274C06C}" destId="{ACC8088A-9C7F-4936-9605-449E29FFAB1D}" srcOrd="1" destOrd="0" presId="urn:microsoft.com/office/officeart/2005/8/layout/list1"/>
    <dgm:cxn modelId="{EE68BB0A-CA88-4965-AABE-CB9C68FC8B60}" type="presOf" srcId="{1DE4B49C-E918-47AE-87ED-23EB3155932E}" destId="{DF51DEC4-BEE1-4D2C-8A55-3AFCD2156A8D}" srcOrd="0" destOrd="0" presId="urn:microsoft.com/office/officeart/2005/8/layout/list1"/>
    <dgm:cxn modelId="{ED647D14-28FF-4B40-985E-905038B5D1F5}" srcId="{16A344AB-D8C0-4F81-B269-6B7E4274C06C}" destId="{FB09A09E-47D4-469A-8CBD-8A9107423DD9}" srcOrd="2" destOrd="0" parTransId="{93990B77-39C4-4DC9-A9BE-5B18BA39C4DB}" sibTransId="{7CC209EE-7E71-4708-9BEE-D8BCEF70FD5A}"/>
    <dgm:cxn modelId="{7ECAE82A-CC4C-461C-9A5B-83D9BA5D849E}" srcId="{1DE4B49C-E918-47AE-87ED-23EB3155932E}" destId="{16A344AB-D8C0-4F81-B269-6B7E4274C06C}" srcOrd="0" destOrd="0" parTransId="{8550A692-AA99-4A2A-9C52-E4141EBCF82B}" sibTransId="{355BF117-DE59-4A88-BD78-8157AC273562}"/>
    <dgm:cxn modelId="{35171C2F-E3AE-41E9-A679-F3E5AEAB3631}" srcId="{16A344AB-D8C0-4F81-B269-6B7E4274C06C}" destId="{AD98BBBA-E424-4946-A2C8-2A51ABD21515}" srcOrd="4" destOrd="0" parTransId="{6B4016C7-3256-445B-92B2-AB4AA2583050}" sibTransId="{EA0C8A78-6219-40A8-B8A3-BC89258736FA}"/>
    <dgm:cxn modelId="{4C211930-855F-4D0E-9E26-B25B51105268}" srcId="{16A344AB-D8C0-4F81-B269-6B7E4274C06C}" destId="{BE52AF88-91AA-4040-A066-11483B9570CC}" srcOrd="5" destOrd="0" parTransId="{230C0E74-D00A-46CD-B743-500D499FCFE7}" sibTransId="{7B02E2DB-3D88-4296-9F4A-97FA91EE00F0}"/>
    <dgm:cxn modelId="{E6A66B36-6A57-45CE-8FEA-5FD870EE06C7}" type="presOf" srcId="{E8C5A65F-24C3-4493-89D3-A455E5F683D1}" destId="{3BF41EE6-09E5-46CD-92F1-8BD4D6D4C5FF}" srcOrd="0" destOrd="3" presId="urn:microsoft.com/office/officeart/2005/8/layout/list1"/>
    <dgm:cxn modelId="{F140C93A-BB6A-40A4-AE62-2BD0E47B285E}" srcId="{16A344AB-D8C0-4F81-B269-6B7E4274C06C}" destId="{6782FA92-9843-4953-BC26-A726BB9CD0A6}" srcOrd="1" destOrd="0" parTransId="{0B6B3837-8406-46F5-A1B4-FE039E72C1C0}" sibTransId="{28F8BF7A-118A-47D4-A076-A0147E32FE7F}"/>
    <dgm:cxn modelId="{33F29A41-AB7D-474D-A12B-9978D7E31591}" type="presOf" srcId="{8BE04C26-2E09-4FD3-AA3B-FE2CC669F28F}" destId="{A3114891-0129-49B6-AB92-FA9C416969C7}" srcOrd="0" destOrd="0" presId="urn:microsoft.com/office/officeart/2005/8/layout/list1"/>
    <dgm:cxn modelId="{ECE6B063-8397-4866-9E9B-7C9A37F0B372}" srcId="{16A344AB-D8C0-4F81-B269-6B7E4274C06C}" destId="{F902EF67-7225-49B1-A177-095335CA60E3}" srcOrd="0" destOrd="0" parTransId="{F4ED8BAE-D3FB-4D49-AB44-85FE51EDAE7E}" sibTransId="{2C754C78-8F5F-402B-A01B-A249CAFADAF2}"/>
    <dgm:cxn modelId="{C8E6614F-3AE2-4CD6-8C32-C3975851C85F}" type="presOf" srcId="{BE52AF88-91AA-4040-A066-11483B9570CC}" destId="{3BF41EE6-09E5-46CD-92F1-8BD4D6D4C5FF}" srcOrd="0" destOrd="5" presId="urn:microsoft.com/office/officeart/2005/8/layout/list1"/>
    <dgm:cxn modelId="{45800D70-8322-4665-A376-648C5CBB433C}" type="presOf" srcId="{AD98BBBA-E424-4946-A2C8-2A51ABD21515}" destId="{3BF41EE6-09E5-46CD-92F1-8BD4D6D4C5FF}" srcOrd="0" destOrd="4" presId="urn:microsoft.com/office/officeart/2005/8/layout/list1"/>
    <dgm:cxn modelId="{6BA01C7B-E72E-443C-948D-CFEB59A3AA49}" type="presOf" srcId="{FB09A09E-47D4-469A-8CBD-8A9107423DD9}" destId="{3BF41EE6-09E5-46CD-92F1-8BD4D6D4C5FF}" srcOrd="0" destOrd="2" presId="urn:microsoft.com/office/officeart/2005/8/layout/list1"/>
    <dgm:cxn modelId="{E1ED3A85-C7B9-4806-8E1F-47EC8758E356}" srcId="{16A344AB-D8C0-4F81-B269-6B7E4274C06C}" destId="{E8C5A65F-24C3-4493-89D3-A455E5F683D1}" srcOrd="3" destOrd="0" parTransId="{7958B1F4-63F9-4F2F-8AD8-3F8E24420150}" sibTransId="{680C791A-34B0-41EF-B122-193006C68BAB}"/>
    <dgm:cxn modelId="{42225386-8727-4C46-96C6-4D1710F82CDE}" type="presOf" srcId="{6782FA92-9843-4953-BC26-A726BB9CD0A6}" destId="{3BF41EE6-09E5-46CD-92F1-8BD4D6D4C5FF}" srcOrd="0" destOrd="1" presId="urn:microsoft.com/office/officeart/2005/8/layout/list1"/>
    <dgm:cxn modelId="{9BA541AD-33C4-4BE6-B34C-0BE04587FDA2}" srcId="{1DE4B49C-E918-47AE-87ED-23EB3155932E}" destId="{8BE04C26-2E09-4FD3-AA3B-FE2CC669F28F}" srcOrd="1" destOrd="0" parTransId="{B1F1255A-B2E2-4CFE-9A72-B2A44EA4D5DE}" sibTransId="{5F61CA13-713D-4DEC-9BEA-43AACCE568B6}"/>
    <dgm:cxn modelId="{4E741FD5-9AAE-4856-A7C3-A8DDF38A25E9}" type="presOf" srcId="{16A344AB-D8C0-4F81-B269-6B7E4274C06C}" destId="{CF9C7F64-1F8E-4C53-B773-1D1848BF8650}" srcOrd="0" destOrd="0" presId="urn:microsoft.com/office/officeart/2005/8/layout/list1"/>
    <dgm:cxn modelId="{B2A126D6-3D6B-4E55-BFE8-F47DDE7B19F2}" type="presOf" srcId="{8BE04C26-2E09-4FD3-AA3B-FE2CC669F28F}" destId="{97627824-EC64-493D-94FB-C30AD827573A}" srcOrd="1" destOrd="0" presId="urn:microsoft.com/office/officeart/2005/8/layout/list1"/>
    <dgm:cxn modelId="{58EA60FA-5FE9-4D4F-B021-D14800AC38F5}" type="presOf" srcId="{F902EF67-7225-49B1-A177-095335CA60E3}" destId="{3BF41EE6-09E5-46CD-92F1-8BD4D6D4C5FF}" srcOrd="0" destOrd="0" presId="urn:microsoft.com/office/officeart/2005/8/layout/list1"/>
    <dgm:cxn modelId="{5E541438-FD67-4B40-AC8D-72F19E9F3975}" type="presParOf" srcId="{DF51DEC4-BEE1-4D2C-8A55-3AFCD2156A8D}" destId="{1DD4F395-C85A-47D0-B4B8-953AE1D543F1}" srcOrd="0" destOrd="0" presId="urn:microsoft.com/office/officeart/2005/8/layout/list1"/>
    <dgm:cxn modelId="{3091157A-C95B-4771-9E06-1E393411D001}" type="presParOf" srcId="{1DD4F395-C85A-47D0-B4B8-953AE1D543F1}" destId="{CF9C7F64-1F8E-4C53-B773-1D1848BF8650}" srcOrd="0" destOrd="0" presId="urn:microsoft.com/office/officeart/2005/8/layout/list1"/>
    <dgm:cxn modelId="{695649E6-8ED8-4731-A51F-5C06F259DEDC}" type="presParOf" srcId="{1DD4F395-C85A-47D0-B4B8-953AE1D543F1}" destId="{ACC8088A-9C7F-4936-9605-449E29FFAB1D}" srcOrd="1" destOrd="0" presId="urn:microsoft.com/office/officeart/2005/8/layout/list1"/>
    <dgm:cxn modelId="{78A3D29A-0F2F-4D1D-8B91-5CFF9013F48F}" type="presParOf" srcId="{DF51DEC4-BEE1-4D2C-8A55-3AFCD2156A8D}" destId="{C5CED32B-D2DC-4AEE-8E25-3BB1935CA910}" srcOrd="1" destOrd="0" presId="urn:microsoft.com/office/officeart/2005/8/layout/list1"/>
    <dgm:cxn modelId="{32C2F5CD-5CA8-4311-BC67-92DD605B93D6}" type="presParOf" srcId="{DF51DEC4-BEE1-4D2C-8A55-3AFCD2156A8D}" destId="{3BF41EE6-09E5-46CD-92F1-8BD4D6D4C5FF}" srcOrd="2" destOrd="0" presId="urn:microsoft.com/office/officeart/2005/8/layout/list1"/>
    <dgm:cxn modelId="{BF026EBB-86D0-49C4-AED9-A4932DB34A92}" type="presParOf" srcId="{DF51DEC4-BEE1-4D2C-8A55-3AFCD2156A8D}" destId="{5B489160-84C3-46D1-A9ED-2D1407BF691D}" srcOrd="3" destOrd="0" presId="urn:microsoft.com/office/officeart/2005/8/layout/list1"/>
    <dgm:cxn modelId="{40FAC0FD-DE44-4FAE-8731-8BDBD29CC145}" type="presParOf" srcId="{DF51DEC4-BEE1-4D2C-8A55-3AFCD2156A8D}" destId="{4ADC7F70-006E-476D-AD8D-7938C912D475}" srcOrd="4" destOrd="0" presId="urn:microsoft.com/office/officeart/2005/8/layout/list1"/>
    <dgm:cxn modelId="{B62294D7-8CB5-46FB-A801-B662C86A33ED}" type="presParOf" srcId="{4ADC7F70-006E-476D-AD8D-7938C912D475}" destId="{A3114891-0129-49B6-AB92-FA9C416969C7}" srcOrd="0" destOrd="0" presId="urn:microsoft.com/office/officeart/2005/8/layout/list1"/>
    <dgm:cxn modelId="{640DCF21-5DBA-4A8F-8812-CDEB91366B72}" type="presParOf" srcId="{4ADC7F70-006E-476D-AD8D-7938C912D475}" destId="{97627824-EC64-493D-94FB-C30AD827573A}" srcOrd="1" destOrd="0" presId="urn:microsoft.com/office/officeart/2005/8/layout/list1"/>
    <dgm:cxn modelId="{C6151DB0-2BB0-4252-9C15-EDAD5A04AED0}" type="presParOf" srcId="{DF51DEC4-BEE1-4D2C-8A55-3AFCD2156A8D}" destId="{2EA7400F-3451-4F4E-8960-5728BF3C45E7}" srcOrd="5" destOrd="0" presId="urn:microsoft.com/office/officeart/2005/8/layout/list1"/>
    <dgm:cxn modelId="{C0CB0AA3-682E-44A6-B5E9-2FB646E09F50}" type="presParOf" srcId="{DF51DEC4-BEE1-4D2C-8A55-3AFCD2156A8D}" destId="{74EF48B7-574F-4086-82D3-56C09C95361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B6416F-2475-462E-A6C9-4224D54A78F2}">
      <dsp:nvSpPr>
        <dsp:cNvPr id="0" name=""/>
        <dsp:cNvSpPr/>
      </dsp:nvSpPr>
      <dsp:spPr>
        <a:xfrm>
          <a:off x="0" y="421"/>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13487C-0F8F-4304-B179-A295CE47C917}">
      <dsp:nvSpPr>
        <dsp:cNvPr id="0" name=""/>
        <dsp:cNvSpPr/>
      </dsp:nvSpPr>
      <dsp:spPr>
        <a:xfrm>
          <a:off x="0" y="421"/>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Plan séquentielle</a:t>
          </a:r>
          <a:endParaRPr lang="en-US" sz="1700" kern="1200"/>
        </a:p>
      </dsp:txBody>
      <dsp:txXfrm>
        <a:off x="0" y="421"/>
        <a:ext cx="9688296" cy="383723"/>
      </dsp:txXfrm>
    </dsp:sp>
    <dsp:sp modelId="{7698FCF3-59B2-4A60-84A4-22D1413BBF78}">
      <dsp:nvSpPr>
        <dsp:cNvPr id="0" name=""/>
        <dsp:cNvSpPr/>
      </dsp:nvSpPr>
      <dsp:spPr>
        <a:xfrm>
          <a:off x="0" y="384145"/>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5C9982-6C80-47C5-8CDC-180D3B268130}">
      <dsp:nvSpPr>
        <dsp:cNvPr id="0" name=""/>
        <dsp:cNvSpPr/>
      </dsp:nvSpPr>
      <dsp:spPr>
        <a:xfrm>
          <a:off x="0" y="384145"/>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Introduction</a:t>
          </a:r>
          <a:endParaRPr lang="en-US" sz="1700" kern="1200"/>
        </a:p>
      </dsp:txBody>
      <dsp:txXfrm>
        <a:off x="0" y="384145"/>
        <a:ext cx="9688296" cy="383723"/>
      </dsp:txXfrm>
    </dsp:sp>
    <dsp:sp modelId="{77E5D4CF-53EE-48BD-89FB-8CA63002428A}">
      <dsp:nvSpPr>
        <dsp:cNvPr id="0" name=""/>
        <dsp:cNvSpPr/>
      </dsp:nvSpPr>
      <dsp:spPr>
        <a:xfrm>
          <a:off x="0" y="767869"/>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8A789A-01F7-45D6-9BD9-F397EC8BDBB1}">
      <dsp:nvSpPr>
        <dsp:cNvPr id="0" name=""/>
        <dsp:cNvSpPr/>
      </dsp:nvSpPr>
      <dsp:spPr>
        <a:xfrm>
          <a:off x="0" y="767869"/>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Explication théorique</a:t>
          </a:r>
          <a:endParaRPr lang="en-US" sz="1700" kern="1200"/>
        </a:p>
      </dsp:txBody>
      <dsp:txXfrm>
        <a:off x="0" y="767869"/>
        <a:ext cx="9688296" cy="383723"/>
      </dsp:txXfrm>
    </dsp:sp>
    <dsp:sp modelId="{F4AC3651-7A23-4F75-AE8A-973908D6C9B9}">
      <dsp:nvSpPr>
        <dsp:cNvPr id="0" name=""/>
        <dsp:cNvSpPr/>
      </dsp:nvSpPr>
      <dsp:spPr>
        <a:xfrm>
          <a:off x="0" y="1151593"/>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4F1876-98DB-490E-9A41-D38EEB73F538}">
      <dsp:nvSpPr>
        <dsp:cNvPr id="0" name=""/>
        <dsp:cNvSpPr/>
      </dsp:nvSpPr>
      <dsp:spPr>
        <a:xfrm>
          <a:off x="0" y="1151593"/>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Notions PowerShell</a:t>
          </a:r>
        </a:p>
      </dsp:txBody>
      <dsp:txXfrm>
        <a:off x="0" y="1151593"/>
        <a:ext cx="9688296" cy="383723"/>
      </dsp:txXfrm>
    </dsp:sp>
    <dsp:sp modelId="{B31A0E4B-E7ED-4DF6-B134-383E96176A1D}">
      <dsp:nvSpPr>
        <dsp:cNvPr id="0" name=""/>
        <dsp:cNvSpPr/>
      </dsp:nvSpPr>
      <dsp:spPr>
        <a:xfrm>
          <a:off x="0" y="1535317"/>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E2231-D2DC-4BBF-9D92-502E9E80B2AA}">
      <dsp:nvSpPr>
        <dsp:cNvPr id="0" name=""/>
        <dsp:cNvSpPr/>
      </dsp:nvSpPr>
      <dsp:spPr>
        <a:xfrm>
          <a:off x="0" y="1535317"/>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Consigne de l’exercice</a:t>
          </a:r>
          <a:endParaRPr lang="en-US" sz="1700" kern="1200"/>
        </a:p>
      </dsp:txBody>
      <dsp:txXfrm>
        <a:off x="0" y="1535317"/>
        <a:ext cx="9688296" cy="383723"/>
      </dsp:txXfrm>
    </dsp:sp>
    <dsp:sp modelId="{BFCAF344-8245-421A-B850-71D46989B712}">
      <dsp:nvSpPr>
        <dsp:cNvPr id="0" name=""/>
        <dsp:cNvSpPr/>
      </dsp:nvSpPr>
      <dsp:spPr>
        <a:xfrm>
          <a:off x="0" y="1919040"/>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488D50-85F1-468F-BC18-AD710B1DCF89}">
      <dsp:nvSpPr>
        <dsp:cNvPr id="0" name=""/>
        <dsp:cNvSpPr/>
      </dsp:nvSpPr>
      <dsp:spPr>
        <a:xfrm>
          <a:off x="0" y="1919040"/>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Réalisation de l’exercice </a:t>
          </a:r>
          <a:endParaRPr lang="en-US" sz="1700" kern="1200"/>
        </a:p>
      </dsp:txBody>
      <dsp:txXfrm>
        <a:off x="0" y="1919040"/>
        <a:ext cx="9688296" cy="383723"/>
      </dsp:txXfrm>
    </dsp:sp>
    <dsp:sp modelId="{5F4E5B64-D840-4E5B-B7DC-18135E777423}">
      <dsp:nvSpPr>
        <dsp:cNvPr id="0" name=""/>
        <dsp:cNvSpPr/>
      </dsp:nvSpPr>
      <dsp:spPr>
        <a:xfrm>
          <a:off x="0" y="2302764"/>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519C37-3FD2-4D93-A8A0-62BD5CD16C03}">
      <dsp:nvSpPr>
        <dsp:cNvPr id="0" name=""/>
        <dsp:cNvSpPr/>
      </dsp:nvSpPr>
      <dsp:spPr>
        <a:xfrm>
          <a:off x="0" y="2302764"/>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Corrigé</a:t>
          </a:r>
          <a:endParaRPr lang="en-US" sz="1700" kern="1200"/>
        </a:p>
      </dsp:txBody>
      <dsp:txXfrm>
        <a:off x="0" y="2302764"/>
        <a:ext cx="9688296" cy="383723"/>
      </dsp:txXfrm>
    </dsp:sp>
    <dsp:sp modelId="{DF99174F-4BE1-4955-A418-67D00FF7EC52}">
      <dsp:nvSpPr>
        <dsp:cNvPr id="0" name=""/>
        <dsp:cNvSpPr/>
      </dsp:nvSpPr>
      <dsp:spPr>
        <a:xfrm>
          <a:off x="0" y="2686488"/>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202550-0E9D-4F0A-97CA-DD7E112055D9}">
      <dsp:nvSpPr>
        <dsp:cNvPr id="0" name=""/>
        <dsp:cNvSpPr/>
      </dsp:nvSpPr>
      <dsp:spPr>
        <a:xfrm>
          <a:off x="0" y="2686488"/>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Solution de l’exercice avec explication de chaque ligne de code.</a:t>
          </a:r>
          <a:endParaRPr lang="en-US" sz="1700" kern="1200"/>
        </a:p>
      </dsp:txBody>
      <dsp:txXfrm>
        <a:off x="0" y="2686488"/>
        <a:ext cx="9688296" cy="383723"/>
      </dsp:txXfrm>
    </dsp:sp>
    <dsp:sp modelId="{F0BD20C5-66FA-481E-958F-29CD7591B9CB}">
      <dsp:nvSpPr>
        <dsp:cNvPr id="0" name=""/>
        <dsp:cNvSpPr/>
      </dsp:nvSpPr>
      <dsp:spPr>
        <a:xfrm>
          <a:off x="0" y="3070212"/>
          <a:ext cx="968829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0E6926-DA16-45FD-8337-B29345396FAA}">
      <dsp:nvSpPr>
        <dsp:cNvPr id="0" name=""/>
        <dsp:cNvSpPr/>
      </dsp:nvSpPr>
      <dsp:spPr>
        <a:xfrm>
          <a:off x="0" y="3070212"/>
          <a:ext cx="9688296" cy="38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H" sz="1700" kern="1200"/>
            <a:t>Conclusion </a:t>
          </a:r>
          <a:endParaRPr lang="en-US" sz="1700" kern="1200"/>
        </a:p>
      </dsp:txBody>
      <dsp:txXfrm>
        <a:off x="0" y="3070212"/>
        <a:ext cx="9688296" cy="383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C852ED-C1B1-4DD1-96CB-AE6BFED7B4A3}">
      <dsp:nvSpPr>
        <dsp:cNvPr id="0" name=""/>
        <dsp:cNvSpPr/>
      </dsp:nvSpPr>
      <dsp:spPr>
        <a:xfrm>
          <a:off x="0" y="108279"/>
          <a:ext cx="10515600" cy="12331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H" sz="3100" kern="1200"/>
            <a:t>Dans le cadre de cet exercice, nous avons développé un script PowerShell capable de :</a:t>
          </a:r>
          <a:endParaRPr lang="en-US" sz="3100" kern="1200"/>
        </a:p>
      </dsp:txBody>
      <dsp:txXfrm>
        <a:off x="60199" y="168478"/>
        <a:ext cx="10395202" cy="1112781"/>
      </dsp:txXfrm>
    </dsp:sp>
    <dsp:sp modelId="{3767A508-45EF-4B6B-B82A-3B16FCA3FB21}">
      <dsp:nvSpPr>
        <dsp:cNvPr id="0" name=""/>
        <dsp:cNvSpPr/>
      </dsp:nvSpPr>
      <dsp:spPr>
        <a:xfrm>
          <a:off x="0" y="1341459"/>
          <a:ext cx="10515600" cy="166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CH" sz="2400" kern="1200"/>
            <a:t>Créer automatiquement un dossier utilisateur</a:t>
          </a:r>
          <a:endParaRPr lang="en-US" sz="2400" kern="1200"/>
        </a:p>
        <a:p>
          <a:pPr marL="228600" lvl="1" indent="-228600" algn="l" defTabSz="1066800">
            <a:lnSpc>
              <a:spcPct val="90000"/>
            </a:lnSpc>
            <a:spcBef>
              <a:spcPct val="0"/>
            </a:spcBef>
            <a:spcAft>
              <a:spcPct val="20000"/>
            </a:spcAft>
            <a:buChar char="•"/>
          </a:pPr>
          <a:r>
            <a:rPr lang="fr-CH" sz="2400" kern="1200"/>
            <a:t>Générer un fichier confirmation.txt</a:t>
          </a:r>
          <a:endParaRPr lang="en-US" sz="2400" kern="1200"/>
        </a:p>
        <a:p>
          <a:pPr marL="228600" lvl="1" indent="-228600" algn="l" defTabSz="1066800">
            <a:lnSpc>
              <a:spcPct val="90000"/>
            </a:lnSpc>
            <a:spcBef>
              <a:spcPct val="0"/>
            </a:spcBef>
            <a:spcAft>
              <a:spcPct val="20000"/>
            </a:spcAft>
            <a:buChar char="•"/>
          </a:pPr>
          <a:r>
            <a:rPr lang="fr-CH" sz="2400" kern="1200"/>
            <a:t>Ajouter la date dans le nom du dossier</a:t>
          </a:r>
          <a:endParaRPr lang="en-US" sz="2400" kern="1200"/>
        </a:p>
        <a:p>
          <a:pPr marL="228600" lvl="1" indent="-228600" algn="l" defTabSz="1066800">
            <a:lnSpc>
              <a:spcPct val="90000"/>
            </a:lnSpc>
            <a:spcBef>
              <a:spcPct val="0"/>
            </a:spcBef>
            <a:spcAft>
              <a:spcPct val="20000"/>
            </a:spcAft>
            <a:buChar char="•"/>
          </a:pPr>
          <a:r>
            <a:rPr lang="fr-CH" sz="2400" kern="1200"/>
            <a:t>Enregistrer chaque opération dans un fichier log</a:t>
          </a:r>
          <a:endParaRPr lang="en-US" sz="2400" kern="1200"/>
        </a:p>
      </dsp:txBody>
      <dsp:txXfrm>
        <a:off x="0" y="1341459"/>
        <a:ext cx="10515600" cy="1668420"/>
      </dsp:txXfrm>
    </dsp:sp>
    <dsp:sp modelId="{BDF54D9D-D875-4177-A8C1-D64AB4AE6E59}">
      <dsp:nvSpPr>
        <dsp:cNvPr id="0" name=""/>
        <dsp:cNvSpPr/>
      </dsp:nvSpPr>
      <dsp:spPr>
        <a:xfrm>
          <a:off x="0" y="3009879"/>
          <a:ext cx="10515600" cy="12331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H" sz="3100" kern="1200"/>
            <a:t>Cette automatisation permet de standardiser la procédure et de garantir une meilleure organisation des fichiers</a:t>
          </a:r>
          <a:endParaRPr lang="en-US" sz="3100" kern="1200"/>
        </a:p>
      </dsp:txBody>
      <dsp:txXfrm>
        <a:off x="60199" y="3070078"/>
        <a:ext cx="10395202" cy="11127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F41EE6-09E5-46CD-92F1-8BD4D6D4C5FF}">
      <dsp:nvSpPr>
        <dsp:cNvPr id="0" name=""/>
        <dsp:cNvSpPr/>
      </dsp:nvSpPr>
      <dsp:spPr>
        <a:xfrm>
          <a:off x="0" y="673124"/>
          <a:ext cx="10856976" cy="2709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2622" tIns="416560" rIns="842622" bIns="142240" numCol="1" spcCol="1270" anchor="t" anchorCtr="0">
          <a:noAutofit/>
        </a:bodyPr>
        <a:lstStyle/>
        <a:p>
          <a:pPr marL="228600" lvl="1" indent="-228600" algn="l" defTabSz="889000">
            <a:lnSpc>
              <a:spcPct val="100000"/>
            </a:lnSpc>
            <a:spcBef>
              <a:spcPct val="0"/>
            </a:spcBef>
            <a:spcAft>
              <a:spcPct val="15000"/>
            </a:spcAft>
            <a:buChar char="•"/>
          </a:pPr>
          <a:r>
            <a:rPr lang="fr-CH" sz="2000" kern="1200"/>
            <a:t>Le script automatise la création d’un dossier utilisateur en plusieurs étapes :</a:t>
          </a:r>
          <a:endParaRPr lang="en-US" sz="2000" kern="1200"/>
        </a:p>
        <a:p>
          <a:pPr marL="228600" lvl="1" indent="-228600" algn="l" defTabSz="889000">
            <a:lnSpc>
              <a:spcPct val="100000"/>
            </a:lnSpc>
            <a:spcBef>
              <a:spcPct val="0"/>
            </a:spcBef>
            <a:spcAft>
              <a:spcPct val="15000"/>
            </a:spcAft>
            <a:buChar char="•"/>
          </a:pPr>
          <a:r>
            <a:rPr lang="fr-CH" sz="2000" kern="1200"/>
            <a:t>Le script récupère le nom de l’utilisateur</a:t>
          </a:r>
          <a:endParaRPr lang="en-US" sz="2000" kern="1200"/>
        </a:p>
        <a:p>
          <a:pPr marL="228600" lvl="1" indent="-228600" algn="l" defTabSz="889000">
            <a:lnSpc>
              <a:spcPct val="100000"/>
            </a:lnSpc>
            <a:spcBef>
              <a:spcPct val="0"/>
            </a:spcBef>
            <a:spcAft>
              <a:spcPct val="15000"/>
            </a:spcAft>
            <a:buChar char="•"/>
          </a:pPr>
          <a:r>
            <a:rPr lang="fr-CH" sz="2000" kern="1200"/>
            <a:t>Il génère la date automatiquement</a:t>
          </a:r>
          <a:endParaRPr lang="en-US" sz="2000" kern="1200"/>
        </a:p>
        <a:p>
          <a:pPr marL="228600" lvl="1" indent="-228600" algn="l" defTabSz="889000">
            <a:lnSpc>
              <a:spcPct val="100000"/>
            </a:lnSpc>
            <a:spcBef>
              <a:spcPct val="0"/>
            </a:spcBef>
            <a:spcAft>
              <a:spcPct val="15000"/>
            </a:spcAft>
            <a:buChar char="•"/>
          </a:pPr>
          <a:r>
            <a:rPr lang="fr-CH" sz="2000" kern="1200"/>
            <a:t>Il crée le dossier utilisateur avec la date</a:t>
          </a:r>
          <a:endParaRPr lang="en-US" sz="2000" kern="1200"/>
        </a:p>
        <a:p>
          <a:pPr marL="228600" lvl="1" indent="-228600" algn="l" defTabSz="889000">
            <a:lnSpc>
              <a:spcPct val="100000"/>
            </a:lnSpc>
            <a:spcBef>
              <a:spcPct val="0"/>
            </a:spcBef>
            <a:spcAft>
              <a:spcPct val="15000"/>
            </a:spcAft>
            <a:buChar char="•"/>
          </a:pPr>
          <a:r>
            <a:rPr lang="fr-CH" sz="2000" kern="1200"/>
            <a:t>Il crée un fichier confirmation.txt dans le dossier</a:t>
          </a:r>
          <a:endParaRPr lang="en-US" sz="2000" kern="1200"/>
        </a:p>
        <a:p>
          <a:pPr marL="228600" lvl="1" indent="-228600" algn="l" defTabSz="889000">
            <a:lnSpc>
              <a:spcPct val="100000"/>
            </a:lnSpc>
            <a:spcBef>
              <a:spcPct val="0"/>
            </a:spcBef>
            <a:spcAft>
              <a:spcPct val="15000"/>
            </a:spcAft>
            <a:buChar char="•"/>
          </a:pPr>
          <a:r>
            <a:rPr lang="fr-CH" sz="2000" kern="1200"/>
            <a:t>Il enregistre l’opération dans un fichier log.txt</a:t>
          </a:r>
          <a:endParaRPr lang="en-US" sz="2000" kern="1200"/>
        </a:p>
      </dsp:txBody>
      <dsp:txXfrm>
        <a:off x="0" y="673124"/>
        <a:ext cx="10856976" cy="2709000"/>
      </dsp:txXfrm>
    </dsp:sp>
    <dsp:sp modelId="{ACC8088A-9C7F-4936-9605-449E29FFAB1D}">
      <dsp:nvSpPr>
        <dsp:cNvPr id="0" name=""/>
        <dsp:cNvSpPr/>
      </dsp:nvSpPr>
      <dsp:spPr>
        <a:xfrm>
          <a:off x="542848" y="377924"/>
          <a:ext cx="7599883"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257" tIns="0" rIns="287257" bIns="0" numCol="1" spcCol="1270" anchor="ctr" anchorCtr="0">
          <a:noAutofit/>
        </a:bodyPr>
        <a:lstStyle/>
        <a:p>
          <a:pPr marL="0" lvl="0" indent="0" algn="l" defTabSz="889000">
            <a:lnSpc>
              <a:spcPct val="90000"/>
            </a:lnSpc>
            <a:spcBef>
              <a:spcPct val="0"/>
            </a:spcBef>
            <a:spcAft>
              <a:spcPct val="35000"/>
            </a:spcAft>
            <a:buNone/>
          </a:pPr>
          <a:r>
            <a:rPr lang="fr-CH" sz="2000" b="1" kern="1200"/>
            <a:t>Fonctionnement du script</a:t>
          </a:r>
          <a:endParaRPr lang="en-US" sz="2000" kern="1200"/>
        </a:p>
      </dsp:txBody>
      <dsp:txXfrm>
        <a:off x="571669" y="406745"/>
        <a:ext cx="7542241" cy="532758"/>
      </dsp:txXfrm>
    </dsp:sp>
    <dsp:sp modelId="{74EF48B7-574F-4086-82D3-56C09C953616}">
      <dsp:nvSpPr>
        <dsp:cNvPr id="0" name=""/>
        <dsp:cNvSpPr/>
      </dsp:nvSpPr>
      <dsp:spPr>
        <a:xfrm>
          <a:off x="0" y="3785325"/>
          <a:ext cx="10856976"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7627824-EC64-493D-94FB-C30AD827573A}">
      <dsp:nvSpPr>
        <dsp:cNvPr id="0" name=""/>
        <dsp:cNvSpPr/>
      </dsp:nvSpPr>
      <dsp:spPr>
        <a:xfrm>
          <a:off x="277672" y="4076850"/>
          <a:ext cx="7599883"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257" tIns="0" rIns="287257" bIns="0" numCol="1" spcCol="1270" anchor="ctr" anchorCtr="0">
          <a:noAutofit/>
        </a:bodyPr>
        <a:lstStyle/>
        <a:p>
          <a:pPr marL="0" lvl="0" indent="0" algn="l" defTabSz="889000">
            <a:lnSpc>
              <a:spcPct val="90000"/>
            </a:lnSpc>
            <a:spcBef>
              <a:spcPct val="0"/>
            </a:spcBef>
            <a:spcAft>
              <a:spcPct val="35000"/>
            </a:spcAft>
            <a:buNone/>
          </a:pPr>
          <a:r>
            <a:rPr lang="fr-CH" sz="2000" kern="1200"/>
            <a:t>Nom utilisateur → Création dossier → confirmation.txt → log.txt</a:t>
          </a:r>
          <a:endParaRPr lang="en-US" sz="2000" kern="1200"/>
        </a:p>
      </dsp:txBody>
      <dsp:txXfrm>
        <a:off x="306493" y="4105671"/>
        <a:ext cx="7542241" cy="53275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6588-8860-4587-AE3E-53E8E49AC9C2}" type="datetimeFigureOut">
              <a:rPr lang="fr-CH" smtClean="0"/>
              <a:t>23.03.2026</a:t>
            </a:fld>
            <a:endParaRPr lang="fr-CH"/>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C0A52-322D-4C49-93AD-280C238CD9CE}" type="slidenum">
              <a:rPr lang="fr-CH" smtClean="0"/>
              <a:t>‹N°›</a:t>
            </a:fld>
            <a:endParaRPr lang="fr-CH"/>
          </a:p>
        </p:txBody>
      </p:sp>
    </p:spTree>
    <p:extLst>
      <p:ext uri="{BB962C8B-B14F-4D97-AF65-F5344CB8AC3E}">
        <p14:creationId xmlns:p14="http://schemas.microsoft.com/office/powerpoint/2010/main" val="281959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1</a:t>
            </a:fld>
            <a:endParaRPr lang="fr-CH"/>
          </a:p>
        </p:txBody>
      </p:sp>
    </p:spTree>
    <p:extLst>
      <p:ext uri="{BB962C8B-B14F-4D97-AF65-F5344CB8AC3E}">
        <p14:creationId xmlns:p14="http://schemas.microsoft.com/office/powerpoint/2010/main" val="2212733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3</a:t>
            </a:fld>
            <a:endParaRPr lang="fr-CH"/>
          </a:p>
        </p:txBody>
      </p:sp>
    </p:spTree>
    <p:extLst>
      <p:ext uri="{BB962C8B-B14F-4D97-AF65-F5344CB8AC3E}">
        <p14:creationId xmlns:p14="http://schemas.microsoft.com/office/powerpoint/2010/main" val="3305699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5</a:t>
            </a:fld>
            <a:endParaRPr lang="fr-CH"/>
          </a:p>
        </p:txBody>
      </p:sp>
    </p:spTree>
    <p:extLst>
      <p:ext uri="{BB962C8B-B14F-4D97-AF65-F5344CB8AC3E}">
        <p14:creationId xmlns:p14="http://schemas.microsoft.com/office/powerpoint/2010/main" val="2195133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6</a:t>
            </a:fld>
            <a:endParaRPr lang="fr-CH"/>
          </a:p>
        </p:txBody>
      </p:sp>
    </p:spTree>
    <p:extLst>
      <p:ext uri="{BB962C8B-B14F-4D97-AF65-F5344CB8AC3E}">
        <p14:creationId xmlns:p14="http://schemas.microsoft.com/office/powerpoint/2010/main" val="2642962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9</a:t>
            </a:fld>
            <a:endParaRPr lang="fr-CH"/>
          </a:p>
        </p:txBody>
      </p:sp>
    </p:spTree>
    <p:extLst>
      <p:ext uri="{BB962C8B-B14F-4D97-AF65-F5344CB8AC3E}">
        <p14:creationId xmlns:p14="http://schemas.microsoft.com/office/powerpoint/2010/main" val="181038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sz="1200" kern="1200">
                <a:solidFill>
                  <a:schemeClr val="tx1"/>
                </a:solidFill>
                <a:effectLst/>
                <a:latin typeface="+mn-lt"/>
                <a:ea typeface="+mn-ea"/>
                <a:cs typeface="+mn-cs"/>
              </a:rPr>
              <a:t>Le script automatise la création d’un dossier utilisateur en plusieurs étapes : cela permet d’exécuter la tâche plus vite et de façon organisée.</a:t>
            </a:r>
          </a:p>
          <a:p>
            <a:r>
              <a:rPr lang="fr-CH" sz="1200" kern="1200">
                <a:solidFill>
                  <a:schemeClr val="tx1"/>
                </a:solidFill>
                <a:effectLst/>
                <a:latin typeface="+mn-lt"/>
                <a:ea typeface="+mn-ea"/>
                <a:cs typeface="+mn-cs"/>
              </a:rPr>
              <a:t>Le script récupère le nom de l’utilisateur,, pour personnaliser automatiquement le dossier créé.</a:t>
            </a:r>
          </a:p>
          <a:p>
            <a:r>
              <a:rPr lang="fr-CH" sz="1200" kern="1200">
                <a:solidFill>
                  <a:schemeClr val="tx1"/>
                </a:solidFill>
                <a:effectLst/>
                <a:latin typeface="+mn-lt"/>
                <a:ea typeface="+mn-ea"/>
                <a:cs typeface="+mn-cs"/>
              </a:rPr>
              <a:t>Il génère la date automatiquement .</a:t>
            </a:r>
          </a:p>
          <a:p>
            <a:r>
              <a:rPr lang="fr-CH" sz="1200" kern="1200">
                <a:solidFill>
                  <a:schemeClr val="tx1"/>
                </a:solidFill>
                <a:effectLst/>
                <a:latin typeface="+mn-lt"/>
                <a:ea typeface="+mn-ea"/>
                <a:cs typeface="+mn-cs"/>
              </a:rPr>
              <a:t>Il crée le dossier utilisateur avec la date,, pour obtenir un nom de dossier unique et facile à reconnaître.</a:t>
            </a:r>
          </a:p>
          <a:p>
            <a:r>
              <a:rPr lang="fr-CH" sz="1200" kern="1200">
                <a:solidFill>
                  <a:schemeClr val="tx1"/>
                </a:solidFill>
                <a:effectLst/>
                <a:latin typeface="+mn-lt"/>
                <a:ea typeface="+mn-ea"/>
                <a:cs typeface="+mn-cs"/>
              </a:rPr>
              <a:t>Il crée un fichier confirmation.txt dans le dossier,, afin de conserver un message de validation.</a:t>
            </a:r>
          </a:p>
          <a:p>
            <a:r>
              <a:rPr lang="fr-CH" sz="1200" kern="1200">
                <a:solidFill>
                  <a:schemeClr val="tx1"/>
                </a:solidFill>
                <a:effectLst/>
                <a:latin typeface="+mn-lt"/>
                <a:ea typeface="+mn-ea"/>
                <a:cs typeface="+mn-cs"/>
              </a:rPr>
              <a:t>Il enregistre l’opération dans un fichier log.txt,, pour garder un historique des actions effectuées.</a:t>
            </a:r>
          </a:p>
          <a:p>
            <a:r>
              <a:rPr lang="fr-CH" sz="1200" kern="1200">
                <a:solidFill>
                  <a:schemeClr val="tx1"/>
                </a:solidFill>
                <a:effectLst/>
                <a:latin typeface="+mn-lt"/>
                <a:ea typeface="+mn-ea"/>
                <a:cs typeface="+mn-cs"/>
              </a:rPr>
              <a:t> </a:t>
            </a:r>
          </a:p>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13</a:t>
            </a:fld>
            <a:endParaRPr lang="fr-CH"/>
          </a:p>
        </p:txBody>
      </p:sp>
    </p:spTree>
    <p:extLst>
      <p:ext uri="{BB962C8B-B14F-4D97-AF65-F5344CB8AC3E}">
        <p14:creationId xmlns:p14="http://schemas.microsoft.com/office/powerpoint/2010/main" val="3361192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fr-FR"/>
              <a:t>Rouge</a:t>
            </a:r>
          </a:p>
          <a:p>
            <a:r>
              <a:rPr lang="fr-FR"/>
              <a:t>Définit une variable contenant le nom de l’utilisateur. Cette valeur sera réutilisée dans le script pour personnaliser les messages et les fichiers. Cela rend le script plus clair et plus pratique à modifier.</a:t>
            </a:r>
          </a:p>
          <a:p>
            <a:r>
              <a:rPr lang="fr-FR"/>
              <a:t>Orange</a:t>
            </a:r>
          </a:p>
          <a:p>
            <a:r>
              <a:rPr lang="fr-FR"/>
              <a:t>Récupère la date actuelle du système dans un format précis. Cette date permet d’identifier facilement le moment où le script est exécuté. Elle est aussi utile pour organiser les dossiers de manière chronologique.</a:t>
            </a:r>
          </a:p>
          <a:p>
            <a:r>
              <a:rPr lang="fr-FR"/>
              <a:t>Vert</a:t>
            </a:r>
          </a:p>
          <a:p>
            <a:r>
              <a:rPr lang="fr-FR"/>
              <a:t>Construit le chemin complet du dossier à partir de l’emplacement, du nom de l’utilisateur et de la date. Cela permet de créer un dossier unique et facile à reconnaître. Le classement des données devient ainsi plus automatique et plus propre.</a:t>
            </a:r>
            <a:endParaRPr lang="de-CH"/>
          </a:p>
        </p:txBody>
      </p:sp>
      <p:sp>
        <p:nvSpPr>
          <p:cNvPr id="4" name="Foliennummernplatzhalter 3"/>
          <p:cNvSpPr>
            <a:spLocks noGrp="1"/>
          </p:cNvSpPr>
          <p:nvPr>
            <p:ph type="sldNum" sz="quarter" idx="5"/>
          </p:nvPr>
        </p:nvSpPr>
        <p:spPr/>
        <p:txBody>
          <a:bodyPr/>
          <a:lstStyle/>
          <a:p>
            <a:fld id="{445C0A52-322D-4C49-93AD-280C238CD9CE}" type="slidenum">
              <a:rPr lang="fr-CH" smtClean="0"/>
              <a:t>15</a:t>
            </a:fld>
            <a:endParaRPr lang="fr-CH"/>
          </a:p>
        </p:txBody>
      </p:sp>
    </p:spTree>
    <p:extLst>
      <p:ext uri="{BB962C8B-B14F-4D97-AF65-F5344CB8AC3E}">
        <p14:creationId xmlns:p14="http://schemas.microsoft.com/office/powerpoint/2010/main" val="1390191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fr-FR"/>
              <a:t>Jaune</a:t>
            </a:r>
          </a:p>
          <a:p>
            <a:r>
              <a:rPr lang="fr-FR"/>
              <a:t>Crée le dossier à l’emplacement indiqué par la variable de chemin. L’option utilisée permet d’éviter certains problèmes si le dossier existe déjà. Cette étape prépare l’espace nécessaire pour enregistrer les fichiers.</a:t>
            </a:r>
          </a:p>
          <a:p>
            <a:r>
              <a:rPr lang="fr-FR"/>
              <a:t>Violet</a:t>
            </a:r>
          </a:p>
          <a:p>
            <a:r>
              <a:rPr lang="fr-FR"/>
              <a:t>Enregistre un message de confirmation dans une variable texte. Ce message contient aussi la date actuelle, ce qui permet de savoir exactement quand l’action a été réalisée. Il servira ensuite pour créer un fichier de confirmation.</a:t>
            </a:r>
            <a:endParaRPr lang="de-CH"/>
          </a:p>
        </p:txBody>
      </p:sp>
      <p:sp>
        <p:nvSpPr>
          <p:cNvPr id="4" name="Foliennummernplatzhalter 3"/>
          <p:cNvSpPr>
            <a:spLocks noGrp="1"/>
          </p:cNvSpPr>
          <p:nvPr>
            <p:ph type="sldNum" sz="quarter" idx="5"/>
          </p:nvPr>
        </p:nvSpPr>
        <p:spPr/>
        <p:txBody>
          <a:bodyPr/>
          <a:lstStyle/>
          <a:p>
            <a:fld id="{445C0A52-322D-4C49-93AD-280C238CD9CE}" type="slidenum">
              <a:rPr lang="fr-CH" smtClean="0"/>
              <a:t>16</a:t>
            </a:fld>
            <a:endParaRPr lang="fr-CH"/>
          </a:p>
        </p:txBody>
      </p:sp>
    </p:spTree>
    <p:extLst>
      <p:ext uri="{BB962C8B-B14F-4D97-AF65-F5344CB8AC3E}">
        <p14:creationId xmlns:p14="http://schemas.microsoft.com/office/powerpoint/2010/main" val="926841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fr-FR"/>
              <a:t>Bleu clair</a:t>
            </a:r>
          </a:p>
          <a:p>
            <a:r>
              <a:rPr lang="fr-FR"/>
              <a:t>Écrit le message de confirmation dans un fichier texte. Le fichier est enregistré dans le dossier créé précédemment. Cela permet de garder une trace écrite de l’exécution du script.</a:t>
            </a:r>
          </a:p>
          <a:p>
            <a:r>
              <a:rPr lang="fr-FR"/>
              <a:t>Rouge foncé</a:t>
            </a:r>
          </a:p>
          <a:p>
            <a:r>
              <a:rPr lang="fr-FR"/>
              <a:t>Ajoute une nouvelle ligne dans le fichier log avec le nom de l’utilisateur et la date. Les anciennes lignes sont conservées, ce qui permet de créer un historique des exécutions. C’est utile pour suivre les actions réalisées au fil du temps.</a:t>
            </a:r>
          </a:p>
          <a:p>
            <a:r>
              <a:rPr lang="fr-FR"/>
              <a:t>Blanc</a:t>
            </a:r>
          </a:p>
          <a:p>
            <a:r>
              <a:rPr lang="fr-FR"/>
              <a:t>Affiche un message final dans la console pour indiquer que le script est terminé. L’utilisateur voit immédiatement que tout s’est bien exécuté. Cela donne une confirmation directe à l’écran.</a:t>
            </a:r>
            <a:endParaRPr lang="de-CH"/>
          </a:p>
        </p:txBody>
      </p:sp>
      <p:sp>
        <p:nvSpPr>
          <p:cNvPr id="4" name="Foliennummernplatzhalter 3"/>
          <p:cNvSpPr>
            <a:spLocks noGrp="1"/>
          </p:cNvSpPr>
          <p:nvPr>
            <p:ph type="sldNum" sz="quarter" idx="5"/>
          </p:nvPr>
        </p:nvSpPr>
        <p:spPr/>
        <p:txBody>
          <a:bodyPr/>
          <a:lstStyle/>
          <a:p>
            <a:fld id="{445C0A52-322D-4C49-93AD-280C238CD9CE}" type="slidenum">
              <a:rPr lang="fr-CH" smtClean="0"/>
              <a:t>17</a:t>
            </a:fld>
            <a:endParaRPr lang="fr-CH"/>
          </a:p>
        </p:txBody>
      </p:sp>
    </p:spTree>
    <p:extLst>
      <p:ext uri="{BB962C8B-B14F-4D97-AF65-F5344CB8AC3E}">
        <p14:creationId xmlns:p14="http://schemas.microsoft.com/office/powerpoint/2010/main" val="493303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445C0A52-322D-4C49-93AD-280C238CD9CE}" type="slidenum">
              <a:rPr lang="fr-CH" smtClean="0"/>
              <a:t>18</a:t>
            </a:fld>
            <a:endParaRPr lang="fr-CH"/>
          </a:p>
        </p:txBody>
      </p:sp>
    </p:spTree>
    <p:extLst>
      <p:ext uri="{BB962C8B-B14F-4D97-AF65-F5344CB8AC3E}">
        <p14:creationId xmlns:p14="http://schemas.microsoft.com/office/powerpoint/2010/main" val="4073487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CC3642-22F3-F257-CF42-3478DCF4324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H"/>
          </a:p>
        </p:txBody>
      </p:sp>
      <p:sp>
        <p:nvSpPr>
          <p:cNvPr id="3" name="Sous-titre 2">
            <a:extLst>
              <a:ext uri="{FF2B5EF4-FFF2-40B4-BE49-F238E27FC236}">
                <a16:creationId xmlns:a16="http://schemas.microsoft.com/office/drawing/2014/main" id="{7553E1DB-5645-551D-C0F5-A68F96A4B2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H"/>
          </a:p>
        </p:txBody>
      </p:sp>
      <p:sp>
        <p:nvSpPr>
          <p:cNvPr id="4" name="Espace réservé de la date 3">
            <a:extLst>
              <a:ext uri="{FF2B5EF4-FFF2-40B4-BE49-F238E27FC236}">
                <a16:creationId xmlns:a16="http://schemas.microsoft.com/office/drawing/2014/main" id="{02E39425-4A8F-14F5-37B7-9288E56D7EDC}"/>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5" name="Espace réservé du pied de page 4">
            <a:extLst>
              <a:ext uri="{FF2B5EF4-FFF2-40B4-BE49-F238E27FC236}">
                <a16:creationId xmlns:a16="http://schemas.microsoft.com/office/drawing/2014/main" id="{C8793CBD-A47B-E078-6863-209C96BAD510}"/>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6AB1790F-605B-0A26-FA4D-E5BC16140A1B}"/>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573511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D65EA1-DC87-82D6-A1B3-80AF166DF090}"/>
              </a:ext>
            </a:extLst>
          </p:cNvPr>
          <p:cNvSpPr>
            <a:spLocks noGrp="1"/>
          </p:cNvSpPr>
          <p:nvPr>
            <p:ph type="title"/>
          </p:nvPr>
        </p:nvSpPr>
        <p:spPr/>
        <p:txBody>
          <a:bodyPr/>
          <a:lstStyle/>
          <a:p>
            <a:r>
              <a:rPr lang="fr-FR"/>
              <a:t>Modifiez le style du titre</a:t>
            </a:r>
            <a:endParaRPr lang="fr-CH"/>
          </a:p>
        </p:txBody>
      </p:sp>
      <p:sp>
        <p:nvSpPr>
          <p:cNvPr id="3" name="Espace réservé du contenu 2">
            <a:extLst>
              <a:ext uri="{FF2B5EF4-FFF2-40B4-BE49-F238E27FC236}">
                <a16:creationId xmlns:a16="http://schemas.microsoft.com/office/drawing/2014/main" id="{CFABC3A4-D4C8-096C-D303-74BA5106982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4AE84188-CF15-2743-6B4C-E558D95B3A94}"/>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5" name="Espace réservé du pied de page 4">
            <a:extLst>
              <a:ext uri="{FF2B5EF4-FFF2-40B4-BE49-F238E27FC236}">
                <a16:creationId xmlns:a16="http://schemas.microsoft.com/office/drawing/2014/main" id="{744524B1-3EBB-9F50-9A78-2EC0161507C0}"/>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78A56781-2B5D-6C6A-4101-3A157618D361}"/>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351455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178CE1-D235-85E1-38D8-D0D18E53BF0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H"/>
          </a:p>
        </p:txBody>
      </p:sp>
      <p:sp>
        <p:nvSpPr>
          <p:cNvPr id="3" name="Espace réservé du texte 2">
            <a:extLst>
              <a:ext uri="{FF2B5EF4-FFF2-40B4-BE49-F238E27FC236}">
                <a16:creationId xmlns:a16="http://schemas.microsoft.com/office/drawing/2014/main" id="{6F371161-7A8E-6C3A-9240-01DC4FF766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247D1E4-CD4E-49EC-072A-FC917F5401BD}"/>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5" name="Espace réservé du pied de page 4">
            <a:extLst>
              <a:ext uri="{FF2B5EF4-FFF2-40B4-BE49-F238E27FC236}">
                <a16:creationId xmlns:a16="http://schemas.microsoft.com/office/drawing/2014/main" id="{A2CC564B-18C8-096A-A819-B99C308E87EC}"/>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EF5C053E-72EC-9C05-CB16-0197246AA3BC}"/>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3056384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DF3E38-E969-F9D3-FEE2-61C5496E36C2}"/>
              </a:ext>
            </a:extLst>
          </p:cNvPr>
          <p:cNvSpPr>
            <a:spLocks noGrp="1"/>
          </p:cNvSpPr>
          <p:nvPr>
            <p:ph type="title"/>
          </p:nvPr>
        </p:nvSpPr>
        <p:spPr/>
        <p:txBody>
          <a:bodyPr/>
          <a:lstStyle/>
          <a:p>
            <a:r>
              <a:rPr lang="fr-FR"/>
              <a:t>Modifiez le style du titre</a:t>
            </a:r>
            <a:endParaRPr lang="fr-CH"/>
          </a:p>
        </p:txBody>
      </p:sp>
      <p:sp>
        <p:nvSpPr>
          <p:cNvPr id="3" name="Espace réservé du contenu 2">
            <a:extLst>
              <a:ext uri="{FF2B5EF4-FFF2-40B4-BE49-F238E27FC236}">
                <a16:creationId xmlns:a16="http://schemas.microsoft.com/office/drawing/2014/main" id="{0805ED15-3BEC-3CC5-5F81-4871324B078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contenu 3">
            <a:extLst>
              <a:ext uri="{FF2B5EF4-FFF2-40B4-BE49-F238E27FC236}">
                <a16:creationId xmlns:a16="http://schemas.microsoft.com/office/drawing/2014/main" id="{7E95C917-AEB9-6AA0-F628-0F2DD7F3A52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e la date 4">
            <a:extLst>
              <a:ext uri="{FF2B5EF4-FFF2-40B4-BE49-F238E27FC236}">
                <a16:creationId xmlns:a16="http://schemas.microsoft.com/office/drawing/2014/main" id="{659B8119-3446-3434-9F69-405C1042B269}"/>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6" name="Espace réservé du pied de page 5">
            <a:extLst>
              <a:ext uri="{FF2B5EF4-FFF2-40B4-BE49-F238E27FC236}">
                <a16:creationId xmlns:a16="http://schemas.microsoft.com/office/drawing/2014/main" id="{70284588-EC86-BD6A-4D81-1FF2505C7693}"/>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8A53831A-DEBC-B730-6ACC-9B7FDA27575A}"/>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3392486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6DD471-EBCB-2E87-7EB8-EA8354922D04}"/>
              </a:ext>
            </a:extLst>
          </p:cNvPr>
          <p:cNvSpPr>
            <a:spLocks noGrp="1"/>
          </p:cNvSpPr>
          <p:nvPr>
            <p:ph type="title"/>
          </p:nvPr>
        </p:nvSpPr>
        <p:spPr>
          <a:xfrm>
            <a:off x="839788" y="365125"/>
            <a:ext cx="10515600" cy="1325563"/>
          </a:xfrm>
        </p:spPr>
        <p:txBody>
          <a:bodyPr/>
          <a:lstStyle/>
          <a:p>
            <a:r>
              <a:rPr lang="fr-FR"/>
              <a:t>Modifiez le style du titre</a:t>
            </a:r>
            <a:endParaRPr lang="fr-CH"/>
          </a:p>
        </p:txBody>
      </p:sp>
      <p:sp>
        <p:nvSpPr>
          <p:cNvPr id="3" name="Espace réservé du texte 2">
            <a:extLst>
              <a:ext uri="{FF2B5EF4-FFF2-40B4-BE49-F238E27FC236}">
                <a16:creationId xmlns:a16="http://schemas.microsoft.com/office/drawing/2014/main" id="{5D9EF9AB-2C1B-D8F6-E4FA-958A17F472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9FB4E10-FEC7-4BF5-CD45-B00056B60E5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u texte 4">
            <a:extLst>
              <a:ext uri="{FF2B5EF4-FFF2-40B4-BE49-F238E27FC236}">
                <a16:creationId xmlns:a16="http://schemas.microsoft.com/office/drawing/2014/main" id="{A8ECA8BD-0491-E398-0D62-F2269C264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E65CA7C-9FAD-B6CD-803D-BB6E653F6C7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7" name="Espace réservé de la date 6">
            <a:extLst>
              <a:ext uri="{FF2B5EF4-FFF2-40B4-BE49-F238E27FC236}">
                <a16:creationId xmlns:a16="http://schemas.microsoft.com/office/drawing/2014/main" id="{9946F78B-CB44-983D-56C6-591D045717B0}"/>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8" name="Espace réservé du pied de page 7">
            <a:extLst>
              <a:ext uri="{FF2B5EF4-FFF2-40B4-BE49-F238E27FC236}">
                <a16:creationId xmlns:a16="http://schemas.microsoft.com/office/drawing/2014/main" id="{5041D7DD-4939-313A-6A9A-78188420C814}"/>
              </a:ext>
            </a:extLst>
          </p:cNvPr>
          <p:cNvSpPr>
            <a:spLocks noGrp="1"/>
          </p:cNvSpPr>
          <p:nvPr>
            <p:ph type="ftr" sz="quarter" idx="11"/>
          </p:nvPr>
        </p:nvSpPr>
        <p:spPr/>
        <p:txBody>
          <a:bodyPr/>
          <a:lstStyle/>
          <a:p>
            <a:endParaRPr lang="fr-CH"/>
          </a:p>
        </p:txBody>
      </p:sp>
      <p:sp>
        <p:nvSpPr>
          <p:cNvPr id="9" name="Espace réservé du numéro de diapositive 8">
            <a:extLst>
              <a:ext uri="{FF2B5EF4-FFF2-40B4-BE49-F238E27FC236}">
                <a16:creationId xmlns:a16="http://schemas.microsoft.com/office/drawing/2014/main" id="{0DF8B7DC-CC7C-266E-5B99-E2145C5EC9BB}"/>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1818712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258384-0C5A-7623-4B1E-27E9E7223DD1}"/>
              </a:ext>
            </a:extLst>
          </p:cNvPr>
          <p:cNvSpPr>
            <a:spLocks noGrp="1"/>
          </p:cNvSpPr>
          <p:nvPr>
            <p:ph type="title"/>
          </p:nvPr>
        </p:nvSpPr>
        <p:spPr/>
        <p:txBody>
          <a:bodyPr/>
          <a:lstStyle/>
          <a:p>
            <a:r>
              <a:rPr lang="fr-FR"/>
              <a:t>Modifiez le style du titre</a:t>
            </a:r>
            <a:endParaRPr lang="fr-CH"/>
          </a:p>
        </p:txBody>
      </p:sp>
      <p:sp>
        <p:nvSpPr>
          <p:cNvPr id="3" name="Espace réservé de la date 2">
            <a:extLst>
              <a:ext uri="{FF2B5EF4-FFF2-40B4-BE49-F238E27FC236}">
                <a16:creationId xmlns:a16="http://schemas.microsoft.com/office/drawing/2014/main" id="{8C47AA1D-D3F5-2BEE-6441-8B3F55A58758}"/>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4" name="Espace réservé du pied de page 3">
            <a:extLst>
              <a:ext uri="{FF2B5EF4-FFF2-40B4-BE49-F238E27FC236}">
                <a16:creationId xmlns:a16="http://schemas.microsoft.com/office/drawing/2014/main" id="{DB0674BD-E502-4E1A-8364-201402D32193}"/>
              </a:ext>
            </a:extLst>
          </p:cNvPr>
          <p:cNvSpPr>
            <a:spLocks noGrp="1"/>
          </p:cNvSpPr>
          <p:nvPr>
            <p:ph type="ftr" sz="quarter" idx="11"/>
          </p:nvPr>
        </p:nvSpPr>
        <p:spPr/>
        <p:txBody>
          <a:bodyPr/>
          <a:lstStyle/>
          <a:p>
            <a:endParaRPr lang="fr-CH"/>
          </a:p>
        </p:txBody>
      </p:sp>
      <p:sp>
        <p:nvSpPr>
          <p:cNvPr id="5" name="Espace réservé du numéro de diapositive 4">
            <a:extLst>
              <a:ext uri="{FF2B5EF4-FFF2-40B4-BE49-F238E27FC236}">
                <a16:creationId xmlns:a16="http://schemas.microsoft.com/office/drawing/2014/main" id="{F697FE8C-BC12-242A-195D-D2D9B13DCBF6}"/>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1986827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4543D66-F40C-D201-6059-0DCABAFCC472}"/>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3" name="Espace réservé du pied de page 2">
            <a:extLst>
              <a:ext uri="{FF2B5EF4-FFF2-40B4-BE49-F238E27FC236}">
                <a16:creationId xmlns:a16="http://schemas.microsoft.com/office/drawing/2014/main" id="{ACA85E32-87FB-BFE8-B9F6-262211280C44}"/>
              </a:ext>
            </a:extLst>
          </p:cNvPr>
          <p:cNvSpPr>
            <a:spLocks noGrp="1"/>
          </p:cNvSpPr>
          <p:nvPr>
            <p:ph type="ftr" sz="quarter" idx="11"/>
          </p:nvPr>
        </p:nvSpPr>
        <p:spPr/>
        <p:txBody>
          <a:bodyPr/>
          <a:lstStyle/>
          <a:p>
            <a:endParaRPr lang="fr-CH"/>
          </a:p>
        </p:txBody>
      </p:sp>
      <p:sp>
        <p:nvSpPr>
          <p:cNvPr id="4" name="Espace réservé du numéro de diapositive 3">
            <a:extLst>
              <a:ext uri="{FF2B5EF4-FFF2-40B4-BE49-F238E27FC236}">
                <a16:creationId xmlns:a16="http://schemas.microsoft.com/office/drawing/2014/main" id="{E21C5A48-CAF1-E944-3540-1D107DFDF965}"/>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3209875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8B16EE-C3A0-2887-2571-D5A88633F8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H"/>
          </a:p>
        </p:txBody>
      </p:sp>
      <p:sp>
        <p:nvSpPr>
          <p:cNvPr id="3" name="Espace réservé du contenu 2">
            <a:extLst>
              <a:ext uri="{FF2B5EF4-FFF2-40B4-BE49-F238E27FC236}">
                <a16:creationId xmlns:a16="http://schemas.microsoft.com/office/drawing/2014/main" id="{BBC5CA82-59F3-34BC-884E-55027BD304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texte 3">
            <a:extLst>
              <a:ext uri="{FF2B5EF4-FFF2-40B4-BE49-F238E27FC236}">
                <a16:creationId xmlns:a16="http://schemas.microsoft.com/office/drawing/2014/main" id="{D0F7EEBB-C741-FEB6-57FD-EB505508DE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8069E0F-E15C-9073-B544-6C07C782E8E7}"/>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6" name="Espace réservé du pied de page 5">
            <a:extLst>
              <a:ext uri="{FF2B5EF4-FFF2-40B4-BE49-F238E27FC236}">
                <a16:creationId xmlns:a16="http://schemas.microsoft.com/office/drawing/2014/main" id="{FABAFE3F-DC07-38A6-DBDE-19E5003699E4}"/>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275612BD-A1AD-ACE7-3505-281383C65A6D}"/>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265875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C28A5B-1358-3BE8-9C98-307151BCE62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H"/>
          </a:p>
        </p:txBody>
      </p:sp>
      <p:sp>
        <p:nvSpPr>
          <p:cNvPr id="3" name="Espace réservé pour une image  2">
            <a:extLst>
              <a:ext uri="{FF2B5EF4-FFF2-40B4-BE49-F238E27FC236}">
                <a16:creationId xmlns:a16="http://schemas.microsoft.com/office/drawing/2014/main" id="{6F78C26D-01CE-9B1E-A914-B68B7DC269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Espace réservé du texte 3">
            <a:extLst>
              <a:ext uri="{FF2B5EF4-FFF2-40B4-BE49-F238E27FC236}">
                <a16:creationId xmlns:a16="http://schemas.microsoft.com/office/drawing/2014/main" id="{BA5FE6C8-3786-D2EC-D0D9-CFBA8373F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97EF290-E3BE-285F-0337-04A20FBDC33E}"/>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6" name="Espace réservé du pied de page 5">
            <a:extLst>
              <a:ext uri="{FF2B5EF4-FFF2-40B4-BE49-F238E27FC236}">
                <a16:creationId xmlns:a16="http://schemas.microsoft.com/office/drawing/2014/main" id="{2512FC14-60B1-F070-0C65-AFAC4A23DF5B}"/>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1783E986-1A35-A417-1980-37A601DDE64B}"/>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3009619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B15677-DF70-9334-073C-4F5F2317768A}"/>
              </a:ext>
            </a:extLst>
          </p:cNvPr>
          <p:cNvSpPr>
            <a:spLocks noGrp="1"/>
          </p:cNvSpPr>
          <p:nvPr>
            <p:ph type="title"/>
          </p:nvPr>
        </p:nvSpPr>
        <p:spPr/>
        <p:txBody>
          <a:bodyPr/>
          <a:lstStyle/>
          <a:p>
            <a:r>
              <a:rPr lang="fr-FR"/>
              <a:t>Modifiez le style du titre</a:t>
            </a:r>
            <a:endParaRPr lang="fr-CH"/>
          </a:p>
        </p:txBody>
      </p:sp>
      <p:sp>
        <p:nvSpPr>
          <p:cNvPr id="3" name="Espace réservé du texte vertical 2">
            <a:extLst>
              <a:ext uri="{FF2B5EF4-FFF2-40B4-BE49-F238E27FC236}">
                <a16:creationId xmlns:a16="http://schemas.microsoft.com/office/drawing/2014/main" id="{CDB152DB-A855-5FE7-9D1F-C4C7E4E7D1C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71FA5860-EF8D-7A89-4E8C-66B59542504B}"/>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5" name="Espace réservé du pied de page 4">
            <a:extLst>
              <a:ext uri="{FF2B5EF4-FFF2-40B4-BE49-F238E27FC236}">
                <a16:creationId xmlns:a16="http://schemas.microsoft.com/office/drawing/2014/main" id="{79A85B40-BB65-9552-C78B-57B1669D4FC3}"/>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7A19A494-8164-3597-204E-261EA92ACDD1}"/>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3466593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ED3C29C-1F28-8F2F-810E-0001DF255BA7}"/>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H"/>
          </a:p>
        </p:txBody>
      </p:sp>
      <p:sp>
        <p:nvSpPr>
          <p:cNvPr id="3" name="Espace réservé du texte vertical 2">
            <a:extLst>
              <a:ext uri="{FF2B5EF4-FFF2-40B4-BE49-F238E27FC236}">
                <a16:creationId xmlns:a16="http://schemas.microsoft.com/office/drawing/2014/main" id="{FC6F35BA-5C9C-D6B3-0522-E57260341DA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72F81F82-2191-70C3-9E3D-50B75CC64B39}"/>
              </a:ext>
            </a:extLst>
          </p:cNvPr>
          <p:cNvSpPr>
            <a:spLocks noGrp="1"/>
          </p:cNvSpPr>
          <p:nvPr>
            <p:ph type="dt" sz="half" idx="10"/>
          </p:nvPr>
        </p:nvSpPr>
        <p:spPr/>
        <p:txBody>
          <a:bodyPr/>
          <a:lstStyle/>
          <a:p>
            <a:fld id="{FAF4216F-0771-4A29-B24A-0D048FFACE56}" type="datetimeFigureOut">
              <a:rPr lang="fr-CH" smtClean="0"/>
              <a:t>23.03.2026</a:t>
            </a:fld>
            <a:endParaRPr lang="fr-CH"/>
          </a:p>
        </p:txBody>
      </p:sp>
      <p:sp>
        <p:nvSpPr>
          <p:cNvPr id="5" name="Espace réservé du pied de page 4">
            <a:extLst>
              <a:ext uri="{FF2B5EF4-FFF2-40B4-BE49-F238E27FC236}">
                <a16:creationId xmlns:a16="http://schemas.microsoft.com/office/drawing/2014/main" id="{4DD97A7D-8ADE-E58B-C9CD-CD4218C52591}"/>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37A8266B-CBD3-957F-F151-F7EC5CA38D38}"/>
              </a:ext>
            </a:extLst>
          </p:cNvPr>
          <p:cNvSpPr>
            <a:spLocks noGrp="1"/>
          </p:cNvSpPr>
          <p:nvPr>
            <p:ph type="sldNum" sz="quarter" idx="12"/>
          </p:nvPr>
        </p:nvSpPr>
        <p:spPr/>
        <p:txBody>
          <a:bodyPr/>
          <a:lstStyle/>
          <a:p>
            <a:fld id="{940B1682-32DC-4456-8393-381D97CBD7D4}" type="slidenum">
              <a:rPr lang="fr-CH" smtClean="0"/>
              <a:t>‹N°›</a:t>
            </a:fld>
            <a:endParaRPr lang="fr-CH"/>
          </a:p>
        </p:txBody>
      </p:sp>
    </p:spTree>
    <p:extLst>
      <p:ext uri="{BB962C8B-B14F-4D97-AF65-F5344CB8AC3E}">
        <p14:creationId xmlns:p14="http://schemas.microsoft.com/office/powerpoint/2010/main" val="1337473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E90212E-E8E8-4399-FBCD-F45877FD31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H"/>
          </a:p>
        </p:txBody>
      </p:sp>
      <p:sp>
        <p:nvSpPr>
          <p:cNvPr id="3" name="Espace réservé du texte 2">
            <a:extLst>
              <a:ext uri="{FF2B5EF4-FFF2-40B4-BE49-F238E27FC236}">
                <a16:creationId xmlns:a16="http://schemas.microsoft.com/office/drawing/2014/main" id="{6115BC15-62ED-E469-B669-7ED92E802B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F5FBF65B-2317-A332-7993-F33571535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F4216F-0771-4A29-B24A-0D048FFACE56}" type="datetimeFigureOut">
              <a:rPr lang="fr-CH" smtClean="0"/>
              <a:t>23.03.2026</a:t>
            </a:fld>
            <a:endParaRPr lang="fr-CH"/>
          </a:p>
        </p:txBody>
      </p:sp>
      <p:sp>
        <p:nvSpPr>
          <p:cNvPr id="5" name="Espace réservé du pied de page 4">
            <a:extLst>
              <a:ext uri="{FF2B5EF4-FFF2-40B4-BE49-F238E27FC236}">
                <a16:creationId xmlns:a16="http://schemas.microsoft.com/office/drawing/2014/main" id="{A85EBFA0-D49E-1463-BF8D-C7AD11BE1D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H"/>
          </a:p>
        </p:txBody>
      </p:sp>
      <p:sp>
        <p:nvSpPr>
          <p:cNvPr id="6" name="Espace réservé du numéro de diapositive 5">
            <a:extLst>
              <a:ext uri="{FF2B5EF4-FFF2-40B4-BE49-F238E27FC236}">
                <a16:creationId xmlns:a16="http://schemas.microsoft.com/office/drawing/2014/main" id="{DAA67E48-1084-E3EE-2438-97D0D528A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0B1682-32DC-4456-8393-381D97CBD7D4}" type="slidenum">
              <a:rPr lang="fr-CH" smtClean="0"/>
              <a:t>‹N°›</a:t>
            </a:fld>
            <a:endParaRPr lang="fr-CH"/>
          </a:p>
        </p:txBody>
      </p:sp>
    </p:spTree>
    <p:extLst>
      <p:ext uri="{BB962C8B-B14F-4D97-AF65-F5344CB8AC3E}">
        <p14:creationId xmlns:p14="http://schemas.microsoft.com/office/powerpoint/2010/main" val="3161710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youtube.com/watch?v=UmVKxy2zbyQ"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icrosoft PowerShell : connaître les bases sur cet outil d’administration">
            <a:extLst>
              <a:ext uri="{FF2B5EF4-FFF2-40B4-BE49-F238E27FC236}">
                <a16:creationId xmlns:a16="http://schemas.microsoft.com/office/drawing/2014/main" id="{245325C8-7E10-30A8-0DE1-94F4EB3F81FB}"/>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l="5000" r="2556"/>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BAB67F4C-9EA4-9664-DDE9-DC766CC155D3}"/>
              </a:ext>
            </a:extLst>
          </p:cNvPr>
          <p:cNvSpPr>
            <a:spLocks noGrp="1"/>
          </p:cNvSpPr>
          <p:nvPr>
            <p:ph type="ctrTitle"/>
          </p:nvPr>
        </p:nvSpPr>
        <p:spPr>
          <a:xfrm>
            <a:off x="952500" y="1108945"/>
            <a:ext cx="10287000" cy="2900518"/>
          </a:xfrm>
        </p:spPr>
        <p:txBody>
          <a:bodyPr>
            <a:normAutofit/>
          </a:bodyPr>
          <a:lstStyle/>
          <a:p>
            <a:r>
              <a:rPr lang="fr-CH">
                <a:solidFill>
                  <a:srgbClr val="FFFFFF"/>
                </a:solidFill>
              </a:rPr>
              <a:t>Projet MA-18 : Création d’un dossier utilisateur automatisé</a:t>
            </a:r>
          </a:p>
        </p:txBody>
      </p:sp>
      <p:sp>
        <p:nvSpPr>
          <p:cNvPr id="3" name="Sous-titre 2">
            <a:extLst>
              <a:ext uri="{FF2B5EF4-FFF2-40B4-BE49-F238E27FC236}">
                <a16:creationId xmlns:a16="http://schemas.microsoft.com/office/drawing/2014/main" id="{2EDA3886-903B-DE31-1125-593DCBF51C66}"/>
              </a:ext>
            </a:extLst>
          </p:cNvPr>
          <p:cNvSpPr>
            <a:spLocks noGrp="1"/>
          </p:cNvSpPr>
          <p:nvPr>
            <p:ph type="subTitle" idx="1"/>
          </p:nvPr>
        </p:nvSpPr>
        <p:spPr>
          <a:xfrm>
            <a:off x="1524000" y="4159404"/>
            <a:ext cx="9144000" cy="1098395"/>
          </a:xfrm>
        </p:spPr>
        <p:txBody>
          <a:bodyPr>
            <a:normAutofit/>
          </a:bodyPr>
          <a:lstStyle/>
          <a:p>
            <a:r>
              <a:rPr lang="fr-CH">
                <a:solidFill>
                  <a:srgbClr val="FFFFFF"/>
                </a:solidFill>
              </a:rPr>
              <a:t>SI-C2b</a:t>
            </a:r>
          </a:p>
          <a:p>
            <a:r>
              <a:rPr lang="fr-CH">
                <a:solidFill>
                  <a:srgbClr val="FFFFFF"/>
                </a:solidFill>
              </a:rPr>
              <a:t>Jean-Christophe, Dylan, </a:t>
            </a:r>
            <a:r>
              <a:rPr lang="fr-CH" err="1">
                <a:solidFill>
                  <a:srgbClr val="FFFFFF"/>
                </a:solidFill>
              </a:rPr>
              <a:t>Oleksii</a:t>
            </a:r>
            <a:r>
              <a:rPr lang="fr-CH">
                <a:solidFill>
                  <a:srgbClr val="FFFFFF"/>
                </a:solidFill>
              </a:rPr>
              <a:t>, Lucas</a:t>
            </a:r>
          </a:p>
        </p:txBody>
      </p:sp>
    </p:spTree>
    <p:extLst>
      <p:ext uri="{BB962C8B-B14F-4D97-AF65-F5344CB8AC3E}">
        <p14:creationId xmlns:p14="http://schemas.microsoft.com/office/powerpoint/2010/main" val="16239850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4041585-2273-DCC1-7137-9CF9AD0F2A06}"/>
              </a:ext>
            </a:extLst>
          </p:cNvPr>
          <p:cNvSpPr>
            <a:spLocks noGrp="1"/>
          </p:cNvSpPr>
          <p:nvPr>
            <p:ph type="title"/>
          </p:nvPr>
        </p:nvSpPr>
        <p:spPr>
          <a:xfrm>
            <a:off x="1136397" y="502021"/>
            <a:ext cx="9688296" cy="1642969"/>
          </a:xfrm>
        </p:spPr>
        <p:txBody>
          <a:bodyPr anchor="b">
            <a:normAutofit/>
          </a:bodyPr>
          <a:lstStyle/>
          <a:p>
            <a:r>
              <a:rPr lang="fr-CH" sz="6600" dirty="0"/>
              <a:t>Sommaire</a:t>
            </a:r>
          </a:p>
        </p:txBody>
      </p:sp>
      <p:graphicFrame>
        <p:nvGraphicFramePr>
          <p:cNvPr id="24" name="Espace réservé du contenu 2">
            <a:extLst>
              <a:ext uri="{FF2B5EF4-FFF2-40B4-BE49-F238E27FC236}">
                <a16:creationId xmlns:a16="http://schemas.microsoft.com/office/drawing/2014/main" id="{364EE30F-55C8-C7BA-DAD0-53BF6A124B6A}"/>
              </a:ext>
            </a:extLst>
          </p:cNvPr>
          <p:cNvGraphicFramePr>
            <a:graphicFrameLocks noGrp="1"/>
          </p:cNvGraphicFramePr>
          <p:nvPr>
            <p:ph idx="1"/>
            <p:extLst>
              <p:ext uri="{D42A27DB-BD31-4B8C-83A1-F6EECF244321}">
                <p14:modId xmlns:p14="http://schemas.microsoft.com/office/powerpoint/2010/main" val="702758129"/>
              </p:ext>
            </p:extLst>
          </p:nvPr>
        </p:nvGraphicFramePr>
        <p:xfrm>
          <a:off x="1136397" y="2418409"/>
          <a:ext cx="9688296" cy="3454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Rectangle 1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0741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530EA9-6749-52D1-CC8D-68EDC9690969}"/>
              </a:ext>
            </a:extLst>
          </p:cNvPr>
          <p:cNvSpPr>
            <a:spLocks noGrp="1"/>
          </p:cNvSpPr>
          <p:nvPr>
            <p:ph type="title"/>
          </p:nvPr>
        </p:nvSpPr>
        <p:spPr>
          <a:xfrm>
            <a:off x="761999" y="1141712"/>
            <a:ext cx="7923815" cy="1129537"/>
          </a:xfrm>
        </p:spPr>
        <p:txBody>
          <a:bodyPr vert="horz" lIns="91440" tIns="45720" rIns="91440" bIns="45720" rtlCol="0" anchor="t">
            <a:normAutofit/>
          </a:bodyPr>
          <a:lstStyle/>
          <a:p>
            <a:r>
              <a:rPr lang="en-US" sz="6000" kern="1200">
                <a:solidFill>
                  <a:schemeClr val="tx1"/>
                </a:solidFill>
                <a:latin typeface="+mj-lt"/>
                <a:ea typeface="+mj-ea"/>
                <a:cs typeface="+mj-cs"/>
              </a:rPr>
              <a:t>Plan de </a:t>
            </a:r>
            <a:r>
              <a:rPr lang="en-US" sz="6000" kern="1200" err="1">
                <a:solidFill>
                  <a:schemeClr val="tx1"/>
                </a:solidFill>
                <a:latin typeface="+mj-lt"/>
                <a:ea typeface="+mj-ea"/>
                <a:cs typeface="+mj-cs"/>
              </a:rPr>
              <a:t>séquence</a:t>
            </a:r>
            <a:endParaRPr lang="en-US" sz="6000" kern="1200">
              <a:solidFill>
                <a:schemeClr val="tx1"/>
              </a:solidFill>
              <a:latin typeface="+mj-lt"/>
              <a:ea typeface="+mj-ea"/>
              <a:cs typeface="+mj-cs"/>
            </a:endParaRPr>
          </a:p>
        </p:txBody>
      </p:sp>
      <p:cxnSp>
        <p:nvCxnSpPr>
          <p:cNvPr id="12" name="Straight Connector 11">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Espace réservé du contenu 6">
            <a:extLst>
              <a:ext uri="{FF2B5EF4-FFF2-40B4-BE49-F238E27FC236}">
                <a16:creationId xmlns:a16="http://schemas.microsoft.com/office/drawing/2014/main" id="{D6B9E4ED-3A9F-B072-F2D4-936D7D84590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1076" y="2864232"/>
            <a:ext cx="11889847" cy="1129536"/>
          </a:xfrm>
          <a:prstGeom prst="rect">
            <a:avLst/>
          </a:prstGeom>
        </p:spPr>
      </p:pic>
      <p:cxnSp>
        <p:nvCxnSpPr>
          <p:cNvPr id="14" name="Straight Connector 13">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71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w to Check Your PowerShell Version">
            <a:extLst>
              <a:ext uri="{FF2B5EF4-FFF2-40B4-BE49-F238E27FC236}">
                <a16:creationId xmlns:a16="http://schemas.microsoft.com/office/drawing/2014/main" id="{9E3AAF12-B278-0A4C-BC66-0BB023D15790}"/>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r="20689"/>
          <a:stretch>
            <a:fillRect/>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E56D5A8-E6E0-922B-2956-0F76551EF8CF}"/>
              </a:ext>
            </a:extLst>
          </p:cNvPr>
          <p:cNvSpPr>
            <a:spLocks noGrp="1"/>
          </p:cNvSpPr>
          <p:nvPr>
            <p:ph type="title"/>
          </p:nvPr>
        </p:nvSpPr>
        <p:spPr>
          <a:xfrm>
            <a:off x="7531610" y="365125"/>
            <a:ext cx="3822189" cy="1899912"/>
          </a:xfrm>
        </p:spPr>
        <p:txBody>
          <a:bodyPr>
            <a:normAutofit/>
          </a:bodyPr>
          <a:lstStyle/>
          <a:p>
            <a:pPr algn="ctr"/>
            <a:r>
              <a:rPr lang="fr-CH" sz="5400"/>
              <a:t>Introduction</a:t>
            </a:r>
            <a:r>
              <a:rPr lang="fr-CH" sz="4000"/>
              <a:t>	</a:t>
            </a:r>
          </a:p>
        </p:txBody>
      </p:sp>
      <p:sp>
        <p:nvSpPr>
          <p:cNvPr id="3" name="Espace réservé du contenu 2">
            <a:extLst>
              <a:ext uri="{FF2B5EF4-FFF2-40B4-BE49-F238E27FC236}">
                <a16:creationId xmlns:a16="http://schemas.microsoft.com/office/drawing/2014/main" id="{221C2E44-5722-350A-AEDC-E0DDD904B450}"/>
              </a:ext>
            </a:extLst>
          </p:cNvPr>
          <p:cNvSpPr>
            <a:spLocks noGrp="1"/>
          </p:cNvSpPr>
          <p:nvPr>
            <p:ph idx="1"/>
          </p:nvPr>
        </p:nvSpPr>
        <p:spPr>
          <a:xfrm>
            <a:off x="7531610" y="2434201"/>
            <a:ext cx="3822189" cy="3742762"/>
          </a:xfrm>
        </p:spPr>
        <p:txBody>
          <a:bodyPr>
            <a:normAutofit fontScale="92500"/>
          </a:bodyPr>
          <a:lstStyle/>
          <a:p>
            <a:r>
              <a:rPr lang="fr-CH" sz="2000"/>
              <a:t>Dans les environnements informatiques, certaines tâches sont répétitives, comme la création de dossiers utilisateurs.</a:t>
            </a:r>
          </a:p>
          <a:p>
            <a:r>
              <a:rPr lang="fr-CH" sz="2000"/>
              <a:t>Effectuées manuellement, elles peuvent prendre du temps et provoquer des erreurs humaines.</a:t>
            </a:r>
          </a:p>
          <a:p>
            <a:r>
              <a:rPr lang="fr-CH" sz="2000"/>
              <a:t>Ce projet montre comment PowerShell permet d’automatiser cette tâche pour la rendre plus rapide, fiable et efficace.</a:t>
            </a:r>
          </a:p>
          <a:p>
            <a:endParaRPr lang="fr-CH" sz="2000"/>
          </a:p>
        </p:txBody>
      </p:sp>
    </p:spTree>
    <p:extLst>
      <p:ext uri="{BB962C8B-B14F-4D97-AF65-F5344CB8AC3E}">
        <p14:creationId xmlns:p14="http://schemas.microsoft.com/office/powerpoint/2010/main" val="506015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Qu'est-ce que PowerShell">
            <a:extLst>
              <a:ext uri="{FF2B5EF4-FFF2-40B4-BE49-F238E27FC236}">
                <a16:creationId xmlns:a16="http://schemas.microsoft.com/office/drawing/2014/main" id="{C2F28E48-DAB2-2512-BFBA-9D69C5633AFE}"/>
              </a:ext>
            </a:extLst>
          </p:cNvPr>
          <p:cNvPicPr>
            <a:picLocks noChangeAspect="1" noChangeArrowheads="1"/>
          </p:cNvPicPr>
          <p:nvPr/>
        </p:nvPicPr>
        <p:blipFill>
          <a:blip r:embed="rId3">
            <a:alphaModFix amt="40000"/>
            <a:extLst>
              <a:ext uri="{28A0092B-C50C-407E-A947-70E740481C1C}">
                <a14:useLocalDpi xmlns:a14="http://schemas.microsoft.com/office/drawing/2010/main" val="0"/>
              </a:ext>
            </a:extLst>
          </a:blip>
          <a:srcRect r="11111"/>
          <a:stretch>
            <a:fillRect/>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E0EC3B95-F112-4924-81EB-C9C6D4002BB3}"/>
              </a:ext>
            </a:extLst>
          </p:cNvPr>
          <p:cNvSpPr>
            <a:spLocks noGrp="1"/>
          </p:cNvSpPr>
          <p:nvPr>
            <p:ph type="title"/>
          </p:nvPr>
        </p:nvSpPr>
        <p:spPr>
          <a:xfrm>
            <a:off x="841249" y="941832"/>
            <a:ext cx="10506456" cy="2057400"/>
          </a:xfrm>
        </p:spPr>
        <p:txBody>
          <a:bodyPr anchor="b">
            <a:normAutofit/>
          </a:bodyPr>
          <a:lstStyle/>
          <a:p>
            <a:r>
              <a:rPr lang="fr-CH" sz="7200">
                <a:ln w="22225">
                  <a:solidFill>
                    <a:srgbClr val="FFFFFF"/>
                  </a:solidFill>
                </a:ln>
                <a:solidFill>
                  <a:schemeClr val="bg1"/>
                </a:solidFill>
              </a:rPr>
              <a:t>Explication théorique</a:t>
            </a:r>
          </a:p>
        </p:txBody>
      </p:sp>
      <p:sp>
        <p:nvSpPr>
          <p:cNvPr id="1055" name="Rectangle 105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57" name="Rectangle 105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1870A98D-D40D-2D82-D609-A4CA538610F5}"/>
              </a:ext>
            </a:extLst>
          </p:cNvPr>
          <p:cNvSpPr>
            <a:spLocks noGrp="1"/>
          </p:cNvSpPr>
          <p:nvPr>
            <p:ph idx="1"/>
          </p:nvPr>
        </p:nvSpPr>
        <p:spPr>
          <a:xfrm>
            <a:off x="841248" y="3502152"/>
            <a:ext cx="10506456" cy="2670048"/>
          </a:xfrm>
        </p:spPr>
        <p:txBody>
          <a:bodyPr>
            <a:normAutofit/>
          </a:bodyPr>
          <a:lstStyle/>
          <a:p>
            <a:r>
              <a:rPr lang="fr-CH" sz="3200" b="1">
                <a:solidFill>
                  <a:schemeClr val="bg1"/>
                </a:solidFill>
              </a:rPr>
              <a:t>Variables</a:t>
            </a:r>
          </a:p>
          <a:p>
            <a:pPr lvl="1"/>
            <a:r>
              <a:rPr lang="fr-CH" sz="2800">
                <a:solidFill>
                  <a:schemeClr val="bg1"/>
                </a:solidFill>
              </a:rPr>
              <a:t>Les variables permettent de stocker temporairement des informations dans un script (nom d’utilisateur, chemin, etc.)</a:t>
            </a:r>
          </a:p>
        </p:txBody>
      </p:sp>
    </p:spTree>
    <p:extLst>
      <p:ext uri="{BB962C8B-B14F-4D97-AF65-F5344CB8AC3E}">
        <p14:creationId xmlns:p14="http://schemas.microsoft.com/office/powerpoint/2010/main" val="394238926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061" name="Rectangle 206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concept de système de gestion de documents, logiciel d'icône de dossier ...">
            <a:extLst>
              <a:ext uri="{FF2B5EF4-FFF2-40B4-BE49-F238E27FC236}">
                <a16:creationId xmlns:a16="http://schemas.microsoft.com/office/drawing/2014/main" id="{595BD9EE-2879-06EC-4027-896DBC18BAD5}"/>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b="19643"/>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C14D521E-D0AF-01F2-23E4-C396C1798FB7}"/>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b="1">
                <a:solidFill>
                  <a:srgbClr val="FFFFFF"/>
                </a:solidFill>
              </a:rPr>
              <a:t>Gestion des dossiers et fichiers</a:t>
            </a:r>
            <a:endParaRPr lang="en-US" sz="6000">
              <a:solidFill>
                <a:srgbClr val="FFFFFF"/>
              </a:solidFill>
            </a:endParaRPr>
          </a:p>
        </p:txBody>
      </p:sp>
      <p:sp>
        <p:nvSpPr>
          <p:cNvPr id="3" name="Espace réservé du contenu 2">
            <a:extLst>
              <a:ext uri="{FF2B5EF4-FFF2-40B4-BE49-F238E27FC236}">
                <a16:creationId xmlns:a16="http://schemas.microsoft.com/office/drawing/2014/main" id="{EC8AD011-E0A0-F298-4635-208779C049F3}"/>
              </a:ext>
            </a:extLst>
          </p:cNvPr>
          <p:cNvSpPr>
            <a:spLocks noGrp="1"/>
          </p:cNvSpPr>
          <p:nvPr>
            <p:ph idx="1"/>
          </p:nvPr>
        </p:nvSpPr>
        <p:spPr>
          <a:xfrm>
            <a:off x="1524000" y="4159404"/>
            <a:ext cx="9144000" cy="2515716"/>
          </a:xfrm>
        </p:spPr>
        <p:txBody>
          <a:bodyPr vert="horz" lIns="91440" tIns="45720" rIns="91440" bIns="45720" rtlCol="0">
            <a:normAutofit/>
          </a:bodyPr>
          <a:lstStyle/>
          <a:p>
            <a:pPr marL="0" lvl="1" indent="0" algn="ctr">
              <a:spcBef>
                <a:spcPts val="1000"/>
              </a:spcBef>
              <a:buNone/>
            </a:pPr>
            <a:r>
              <a:rPr lang="en-US" sz="3200">
                <a:solidFill>
                  <a:srgbClr val="FFFFFF"/>
                </a:solidFill>
              </a:rPr>
              <a:t>PowerShell </a:t>
            </a:r>
            <a:r>
              <a:rPr lang="en-US" sz="3200" err="1">
                <a:solidFill>
                  <a:srgbClr val="FFFFFF"/>
                </a:solidFill>
              </a:rPr>
              <a:t>permet</a:t>
            </a:r>
            <a:r>
              <a:rPr lang="en-US" sz="3200">
                <a:solidFill>
                  <a:srgbClr val="FFFFFF"/>
                </a:solidFill>
              </a:rPr>
              <a:t> de </a:t>
            </a:r>
            <a:r>
              <a:rPr lang="en-US" sz="3200" err="1">
                <a:solidFill>
                  <a:srgbClr val="FFFFFF"/>
                </a:solidFill>
              </a:rPr>
              <a:t>créer</a:t>
            </a:r>
            <a:r>
              <a:rPr lang="en-US" sz="3200">
                <a:solidFill>
                  <a:srgbClr val="FFFFFF"/>
                </a:solidFill>
              </a:rPr>
              <a:t> et </a:t>
            </a:r>
            <a:r>
              <a:rPr lang="en-US" sz="3200" err="1">
                <a:solidFill>
                  <a:srgbClr val="FFFFFF"/>
                </a:solidFill>
              </a:rPr>
              <a:t>organiser</a:t>
            </a:r>
            <a:r>
              <a:rPr lang="en-US" sz="3200">
                <a:solidFill>
                  <a:srgbClr val="FFFFFF"/>
                </a:solidFill>
              </a:rPr>
              <a:t> </a:t>
            </a:r>
            <a:r>
              <a:rPr lang="en-US" sz="3200" err="1">
                <a:solidFill>
                  <a:srgbClr val="FFFFFF"/>
                </a:solidFill>
              </a:rPr>
              <a:t>automatiquement</a:t>
            </a:r>
            <a:r>
              <a:rPr lang="en-US" sz="3200">
                <a:solidFill>
                  <a:srgbClr val="FFFFFF"/>
                </a:solidFill>
              </a:rPr>
              <a:t> des dossiers et </a:t>
            </a:r>
            <a:r>
              <a:rPr lang="en-US" sz="3200" err="1">
                <a:solidFill>
                  <a:srgbClr val="FFFFFF"/>
                </a:solidFill>
              </a:rPr>
              <a:t>fichiers</a:t>
            </a:r>
            <a:r>
              <a:rPr lang="en-US" sz="3200">
                <a:solidFill>
                  <a:srgbClr val="FFFFFF"/>
                </a:solidFill>
              </a:rPr>
              <a:t>.</a:t>
            </a:r>
          </a:p>
          <a:p>
            <a:pPr marL="0" lvl="1" indent="0" algn="ctr">
              <a:spcBef>
                <a:spcPts val="1000"/>
              </a:spcBef>
              <a:buNone/>
            </a:pPr>
            <a:endParaRPr lang="en-US" sz="3200">
              <a:solidFill>
                <a:srgbClr val="FFFFFF"/>
              </a:solidFill>
            </a:endParaRPr>
          </a:p>
          <a:p>
            <a:pPr marL="0" lvl="1" indent="0" algn="ctr">
              <a:spcBef>
                <a:spcPts val="1000"/>
              </a:spcBef>
              <a:buNone/>
            </a:pPr>
            <a:r>
              <a:rPr lang="fr-CH" sz="2000">
                <a:solidFill>
                  <a:srgbClr val="96607D"/>
                </a:solidFill>
                <a:hlinkClick r:id="rId4">
                  <a:extLst>
                    <a:ext uri="{A12FA001-AC4F-418D-AE19-62706E023703}">
                      <ahyp:hlinkClr xmlns:ahyp="http://schemas.microsoft.com/office/drawing/2018/hyperlinkcolor" val="tx"/>
                    </a:ext>
                  </a:extLst>
                </a:hlinkClick>
              </a:rPr>
              <a:t>Créer renommer supprimer un fichier avec </a:t>
            </a:r>
            <a:r>
              <a:rPr lang="fr-CH" sz="2000" err="1">
                <a:solidFill>
                  <a:srgbClr val="96607D"/>
                </a:solidFill>
                <a:hlinkClick r:id="rId4">
                  <a:extLst>
                    <a:ext uri="{A12FA001-AC4F-418D-AE19-62706E023703}">
                      <ahyp:hlinkClr xmlns:ahyp="http://schemas.microsoft.com/office/drawing/2018/hyperlinkcolor" val="tx"/>
                    </a:ext>
                  </a:extLst>
                </a:hlinkClick>
              </a:rPr>
              <a:t>Powershell</a:t>
            </a:r>
            <a:r>
              <a:rPr lang="fr-CH" sz="2000">
                <a:solidFill>
                  <a:srgbClr val="96607D"/>
                </a:solidFill>
                <a:hlinkClick r:id="rId4">
                  <a:extLst>
                    <a:ext uri="{A12FA001-AC4F-418D-AE19-62706E023703}">
                      <ahyp:hlinkClr xmlns:ahyp="http://schemas.microsoft.com/office/drawing/2018/hyperlinkcolor" val="tx"/>
                    </a:ext>
                  </a:extLst>
                </a:hlinkClick>
              </a:rPr>
              <a:t> ( débutant )</a:t>
            </a:r>
            <a:endParaRPr lang="en-US" sz="2000">
              <a:solidFill>
                <a:srgbClr val="FFFFFF"/>
              </a:solidFill>
            </a:endParaRPr>
          </a:p>
          <a:p>
            <a:pPr marL="0" lvl="1" indent="0" algn="ctr">
              <a:spcBef>
                <a:spcPts val="1000"/>
              </a:spcBef>
              <a:buNone/>
            </a:pPr>
            <a:endParaRPr lang="en-US" sz="3200">
              <a:solidFill>
                <a:srgbClr val="FFFFFF"/>
              </a:solidFill>
            </a:endParaRPr>
          </a:p>
          <a:p>
            <a:pPr marL="0" lvl="1" indent="0" algn="ctr">
              <a:spcBef>
                <a:spcPts val="1000"/>
              </a:spcBef>
              <a:buNone/>
            </a:pPr>
            <a:endParaRPr lang="en-US" sz="3200">
              <a:solidFill>
                <a:srgbClr val="FFFFFF"/>
              </a:solidFill>
            </a:endParaRPr>
          </a:p>
        </p:txBody>
      </p:sp>
    </p:spTree>
    <p:extLst>
      <p:ext uri="{BB962C8B-B14F-4D97-AF65-F5344CB8AC3E}">
        <p14:creationId xmlns:p14="http://schemas.microsoft.com/office/powerpoint/2010/main" val="454465971"/>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a:extLst>
              <a:ext uri="{FF2B5EF4-FFF2-40B4-BE49-F238E27FC236}">
                <a16:creationId xmlns:a16="http://schemas.microsoft.com/office/drawing/2014/main" id="{78261043-6369-4E71-3892-5BC5B66E53E4}"/>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a:stretch>
            <a:fillRect/>
          </a:stretch>
        </p:blipFill>
        <p:spPr>
          <a:xfrm>
            <a:off x="20" y="10"/>
            <a:ext cx="12191979" cy="6857990"/>
          </a:xfrm>
          <a:prstGeom prst="rect">
            <a:avLst/>
          </a:prstGeom>
        </p:spPr>
      </p:pic>
      <p:sp>
        <p:nvSpPr>
          <p:cNvPr id="2" name="Titre 1">
            <a:extLst>
              <a:ext uri="{FF2B5EF4-FFF2-40B4-BE49-F238E27FC236}">
                <a16:creationId xmlns:a16="http://schemas.microsoft.com/office/drawing/2014/main" id="{E71F5456-04F7-A51B-EBE9-FF87983F81FE}"/>
              </a:ext>
            </a:extLst>
          </p:cNvPr>
          <p:cNvSpPr>
            <a:spLocks noGrp="1"/>
          </p:cNvSpPr>
          <p:nvPr>
            <p:ph type="title"/>
          </p:nvPr>
        </p:nvSpPr>
        <p:spPr>
          <a:xfrm>
            <a:off x="841249" y="941832"/>
            <a:ext cx="10506456" cy="2057400"/>
          </a:xfrm>
        </p:spPr>
        <p:txBody>
          <a:bodyPr anchor="b">
            <a:normAutofit/>
          </a:bodyPr>
          <a:lstStyle/>
          <a:p>
            <a:r>
              <a:rPr lang="fr-CH" sz="6000" b="1">
                <a:solidFill>
                  <a:schemeClr val="bg1"/>
                </a:solidFill>
              </a:rPr>
              <a:t>Messages et retours</a:t>
            </a:r>
            <a:endParaRPr lang="fr-CH" sz="6000">
              <a:solidFill>
                <a:schemeClr val="bg1"/>
              </a:solidFill>
            </a:endParaRPr>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62D05BA1-EBB2-8356-B4CB-D1D35BE01ED9}"/>
              </a:ext>
            </a:extLst>
          </p:cNvPr>
          <p:cNvSpPr>
            <a:spLocks noGrp="1"/>
          </p:cNvSpPr>
          <p:nvPr>
            <p:ph idx="1"/>
          </p:nvPr>
        </p:nvSpPr>
        <p:spPr>
          <a:xfrm>
            <a:off x="841248" y="3502152"/>
            <a:ext cx="10506456" cy="2670048"/>
          </a:xfrm>
        </p:spPr>
        <p:txBody>
          <a:bodyPr>
            <a:normAutofit/>
          </a:bodyPr>
          <a:lstStyle/>
          <a:p>
            <a:r>
              <a:rPr lang="fr-CH">
                <a:solidFill>
                  <a:schemeClr val="bg1"/>
                </a:solidFill>
              </a:rPr>
              <a:t>Afficher des messages dans la console permet de suivre l’exécution du script et de confirmer que les actions ont bien été réalisées.</a:t>
            </a:r>
          </a:p>
          <a:p>
            <a:endParaRPr lang="fr-CH" sz="2000">
              <a:solidFill>
                <a:schemeClr val="bg1"/>
              </a:solidFill>
            </a:endParaRPr>
          </a:p>
        </p:txBody>
      </p:sp>
    </p:spTree>
    <p:extLst>
      <p:ext uri="{BB962C8B-B14F-4D97-AF65-F5344CB8AC3E}">
        <p14:creationId xmlns:p14="http://schemas.microsoft.com/office/powerpoint/2010/main" val="583398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5"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PowerShell Set-ExecutionPolicy - Windows FAQ">
            <a:extLst>
              <a:ext uri="{FF2B5EF4-FFF2-40B4-BE49-F238E27FC236}">
                <a16:creationId xmlns:a16="http://schemas.microsoft.com/office/drawing/2014/main" id="{817FD8BC-2BD3-432A-B40C-F692220329AF}"/>
              </a:ext>
            </a:extLst>
          </p:cNvPr>
          <p:cNvPicPr>
            <a:picLocks noChangeAspect="1" noChangeArrowheads="1"/>
          </p:cNvPicPr>
          <p:nvPr/>
        </p:nvPicPr>
        <p:blipFill>
          <a:blip r:embed="rId2">
            <a:alphaModFix amt="40000"/>
            <a:extLst>
              <a:ext uri="{28A0092B-C50C-407E-A947-70E740481C1C}">
                <a14:useLocalDpi xmlns:a14="http://schemas.microsoft.com/office/drawing/2010/main" val="0"/>
              </a:ext>
            </a:extLst>
          </a:blip>
          <a:srcRect r="26703" b="-3"/>
          <a:stretch>
            <a:fillRect/>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631C4BE3-5A67-D135-9AC4-CC44A608D40F}"/>
              </a:ext>
            </a:extLst>
          </p:cNvPr>
          <p:cNvSpPr>
            <a:spLocks noGrp="1"/>
          </p:cNvSpPr>
          <p:nvPr>
            <p:ph type="title"/>
          </p:nvPr>
        </p:nvSpPr>
        <p:spPr>
          <a:xfrm>
            <a:off x="841249" y="941832"/>
            <a:ext cx="10506456" cy="2057400"/>
          </a:xfrm>
        </p:spPr>
        <p:txBody>
          <a:bodyPr anchor="b">
            <a:normAutofit/>
          </a:bodyPr>
          <a:lstStyle/>
          <a:p>
            <a:r>
              <a:rPr lang="fr-CH" sz="6000">
                <a:solidFill>
                  <a:schemeClr val="bg1"/>
                </a:solidFill>
              </a:rPr>
              <a:t>Gestion des dates</a:t>
            </a:r>
          </a:p>
        </p:txBody>
      </p:sp>
      <p:sp>
        <p:nvSpPr>
          <p:cNvPr id="4107" name="Rectangle 410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09" name="Rectangle 410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63D20B42-5F64-B9E1-51FB-CD795EAF44CC}"/>
              </a:ext>
            </a:extLst>
          </p:cNvPr>
          <p:cNvSpPr>
            <a:spLocks noGrp="1"/>
          </p:cNvSpPr>
          <p:nvPr>
            <p:ph idx="1"/>
          </p:nvPr>
        </p:nvSpPr>
        <p:spPr>
          <a:xfrm>
            <a:off x="841248" y="3502152"/>
            <a:ext cx="10506456" cy="2670048"/>
          </a:xfrm>
        </p:spPr>
        <p:txBody>
          <a:bodyPr>
            <a:normAutofit/>
          </a:bodyPr>
          <a:lstStyle/>
          <a:p>
            <a:r>
              <a:rPr lang="fr-CH" sz="3200">
                <a:solidFill>
                  <a:schemeClr val="bg1"/>
                </a:solidFill>
              </a:rPr>
              <a:t>Ajouter la date dans le nom des dossiers ou fichiers permet de suivre l’historique des opérations et d’éviter l’écrasement des données existantes.</a:t>
            </a:r>
          </a:p>
        </p:txBody>
      </p:sp>
    </p:spTree>
    <p:extLst>
      <p:ext uri="{BB962C8B-B14F-4D97-AF65-F5344CB8AC3E}">
        <p14:creationId xmlns:p14="http://schemas.microsoft.com/office/powerpoint/2010/main" val="2851429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a:extLst>
              <a:ext uri="{FF2B5EF4-FFF2-40B4-BE49-F238E27FC236}">
                <a16:creationId xmlns:a16="http://schemas.microsoft.com/office/drawing/2014/main" id="{FC5731C2-BF2B-193F-7BAD-BCEE933D2132}"/>
              </a:ext>
            </a:extLst>
          </p:cNvPr>
          <p:cNvPicPr>
            <a:picLocks noChangeAspect="1"/>
          </p:cNvPicPr>
          <p:nvPr/>
        </p:nvPicPr>
        <p:blipFill>
          <a:blip r:embed="rId3">
            <a:alphaModFix amt="40000"/>
            <a:extLst>
              <a:ext uri="{28A0092B-C50C-407E-A947-70E740481C1C}">
                <a14:useLocalDpi xmlns:a14="http://schemas.microsoft.com/office/drawing/2010/main" val="0"/>
              </a:ext>
            </a:extLst>
          </a:blip>
          <a:srcRect t="18712" b="7275"/>
          <a:stretch>
            <a:fillRect/>
          </a:stretch>
        </p:blipFill>
        <p:spPr>
          <a:xfrm>
            <a:off x="20" y="10"/>
            <a:ext cx="12191979" cy="6857990"/>
          </a:xfrm>
          <a:prstGeom prst="rect">
            <a:avLst/>
          </a:prstGeom>
        </p:spPr>
      </p:pic>
      <p:sp>
        <p:nvSpPr>
          <p:cNvPr id="2" name="Titre 1">
            <a:extLst>
              <a:ext uri="{FF2B5EF4-FFF2-40B4-BE49-F238E27FC236}">
                <a16:creationId xmlns:a16="http://schemas.microsoft.com/office/drawing/2014/main" id="{814DECF0-73AB-6298-5C23-1B750C189EF1}"/>
              </a:ext>
            </a:extLst>
          </p:cNvPr>
          <p:cNvSpPr>
            <a:spLocks noGrp="1"/>
          </p:cNvSpPr>
          <p:nvPr>
            <p:ph type="title"/>
          </p:nvPr>
        </p:nvSpPr>
        <p:spPr>
          <a:xfrm>
            <a:off x="841249" y="941832"/>
            <a:ext cx="10506456" cy="2057400"/>
          </a:xfrm>
        </p:spPr>
        <p:txBody>
          <a:bodyPr anchor="b">
            <a:normAutofit/>
          </a:bodyPr>
          <a:lstStyle/>
          <a:p>
            <a:r>
              <a:rPr lang="fr-CH" sz="6000" b="1">
                <a:solidFill>
                  <a:schemeClr val="bg1"/>
                </a:solidFill>
              </a:rPr>
              <a:t>Journaux d’activité</a:t>
            </a:r>
            <a:endParaRPr lang="fr-CH" sz="6000">
              <a:solidFill>
                <a:schemeClr val="bg1"/>
              </a:solidFill>
            </a:endParaRP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5443BAAB-A06E-951F-91F8-B8F9DB8A8D8D}"/>
              </a:ext>
            </a:extLst>
          </p:cNvPr>
          <p:cNvSpPr>
            <a:spLocks noGrp="1"/>
          </p:cNvSpPr>
          <p:nvPr>
            <p:ph idx="1"/>
          </p:nvPr>
        </p:nvSpPr>
        <p:spPr>
          <a:xfrm>
            <a:off x="841248" y="3502152"/>
            <a:ext cx="10506456" cy="2670048"/>
          </a:xfrm>
        </p:spPr>
        <p:txBody>
          <a:bodyPr>
            <a:normAutofit/>
          </a:bodyPr>
          <a:lstStyle/>
          <a:p>
            <a:r>
              <a:rPr lang="fr-CH">
                <a:solidFill>
                  <a:schemeClr val="bg1"/>
                </a:solidFill>
              </a:rPr>
              <a:t>Conserver un fichier de log permet de documenter les actions effectuées par le script, ce qui est utile pour le suivi et le débogage.</a:t>
            </a:r>
          </a:p>
          <a:p>
            <a:endParaRPr lang="fr-CH" sz="2000">
              <a:solidFill>
                <a:schemeClr val="bg1"/>
              </a:solidFill>
            </a:endParaRPr>
          </a:p>
        </p:txBody>
      </p:sp>
    </p:spTree>
    <p:extLst>
      <p:ext uri="{BB962C8B-B14F-4D97-AF65-F5344CB8AC3E}">
        <p14:creationId xmlns:p14="http://schemas.microsoft.com/office/powerpoint/2010/main" val="1401128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9" name="Rectangle 206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Découvrir les commandes de base sous PowerShell | InfoNovice.fr">
            <a:extLst>
              <a:ext uri="{FF2B5EF4-FFF2-40B4-BE49-F238E27FC236}">
                <a16:creationId xmlns:a16="http://schemas.microsoft.com/office/drawing/2014/main" id="{D2F9F95D-A488-8DE1-B432-4121F0A57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087" r="8645" b="1"/>
          <a:stretch>
            <a:fillRect/>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71" name="Rectangle 207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5E4B2B3-AE7D-AA28-208B-A3DA77634242}"/>
              </a:ext>
            </a:extLst>
          </p:cNvPr>
          <p:cNvSpPr>
            <a:spLocks noGrp="1"/>
          </p:cNvSpPr>
          <p:nvPr>
            <p:ph type="title"/>
          </p:nvPr>
        </p:nvSpPr>
        <p:spPr>
          <a:xfrm>
            <a:off x="838200" y="365125"/>
            <a:ext cx="3822189" cy="1899912"/>
          </a:xfrm>
        </p:spPr>
        <p:txBody>
          <a:bodyPr>
            <a:normAutofit/>
          </a:bodyPr>
          <a:lstStyle/>
          <a:p>
            <a:r>
              <a:rPr lang="fr-CH" sz="6000" b="1"/>
              <a:t>Notions </a:t>
            </a:r>
            <a:r>
              <a:rPr lang="fr-CH" sz="6000" b="1" err="1"/>
              <a:t>Powershell</a:t>
            </a:r>
            <a:endParaRPr lang="fr-CH" sz="6000" b="1"/>
          </a:p>
        </p:txBody>
      </p:sp>
      <p:sp>
        <p:nvSpPr>
          <p:cNvPr id="3" name="Espace réservé du contenu 2">
            <a:extLst>
              <a:ext uri="{FF2B5EF4-FFF2-40B4-BE49-F238E27FC236}">
                <a16:creationId xmlns:a16="http://schemas.microsoft.com/office/drawing/2014/main" id="{C1731B35-5E8F-645D-6841-B6E3CEC9258F}"/>
              </a:ext>
            </a:extLst>
          </p:cNvPr>
          <p:cNvSpPr>
            <a:spLocks noGrp="1"/>
          </p:cNvSpPr>
          <p:nvPr>
            <p:ph idx="1"/>
          </p:nvPr>
        </p:nvSpPr>
        <p:spPr>
          <a:xfrm>
            <a:off x="838200" y="2434201"/>
            <a:ext cx="3822189" cy="3742762"/>
          </a:xfrm>
        </p:spPr>
        <p:txBody>
          <a:bodyPr>
            <a:normAutofit/>
          </a:bodyPr>
          <a:lstStyle/>
          <a:p>
            <a:r>
              <a:rPr lang="fr-FR" sz="2400"/>
              <a:t>Les variables pour stocker des informations:</a:t>
            </a:r>
          </a:p>
          <a:p>
            <a:pPr lvl="1"/>
            <a:r>
              <a:rPr lang="fr-FR"/>
              <a:t>$</a:t>
            </a:r>
            <a:r>
              <a:rPr lang="fr-FR" err="1"/>
              <a:t>NomUtilisateur</a:t>
            </a:r>
            <a:endParaRPr lang="fr-FR"/>
          </a:p>
          <a:p>
            <a:pPr lvl="1"/>
            <a:r>
              <a:rPr lang="fr-FR"/>
              <a:t>$Chemin</a:t>
            </a:r>
          </a:p>
          <a:p>
            <a:pPr lvl="1"/>
            <a:endParaRPr lang="fr-FR"/>
          </a:p>
          <a:p>
            <a:r>
              <a:rPr lang="fr-FR" sz="2400"/>
              <a:t>Création d’un dossier :</a:t>
            </a:r>
          </a:p>
          <a:p>
            <a:pPr lvl="1"/>
            <a:r>
              <a:rPr lang="fr-FR"/>
              <a:t>New-Item -</a:t>
            </a:r>
            <a:r>
              <a:rPr lang="fr-FR" err="1"/>
              <a:t>ItemType</a:t>
            </a:r>
            <a:r>
              <a:rPr lang="fr-FR"/>
              <a:t> Directory</a:t>
            </a:r>
          </a:p>
          <a:p>
            <a:pPr lvl="1"/>
            <a:endParaRPr lang="fr-FR" sz="2000"/>
          </a:p>
        </p:txBody>
      </p:sp>
    </p:spTree>
    <p:extLst>
      <p:ext uri="{BB962C8B-B14F-4D97-AF65-F5344CB8AC3E}">
        <p14:creationId xmlns:p14="http://schemas.microsoft.com/office/powerpoint/2010/main" val="4179127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Découvrir les commandes de base sous PowerShell | InfoNovice.fr">
            <a:extLst>
              <a:ext uri="{FF2B5EF4-FFF2-40B4-BE49-F238E27FC236}">
                <a16:creationId xmlns:a16="http://schemas.microsoft.com/office/drawing/2014/main" id="{B8DD8A70-B3E4-0CAC-FDA2-8B76B3DD4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506"/>
          <a:stretch>
            <a:fillRect/>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4" name="Rectangle 10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9D638EB-ECE8-30BE-D94C-650044848A23}"/>
              </a:ext>
            </a:extLst>
          </p:cNvPr>
          <p:cNvSpPr>
            <a:spLocks noGrp="1"/>
          </p:cNvSpPr>
          <p:nvPr>
            <p:ph idx="1"/>
          </p:nvPr>
        </p:nvSpPr>
        <p:spPr>
          <a:xfrm>
            <a:off x="609737" y="1557619"/>
            <a:ext cx="3822189" cy="3742762"/>
          </a:xfrm>
        </p:spPr>
        <p:txBody>
          <a:bodyPr>
            <a:normAutofit/>
          </a:bodyPr>
          <a:lstStyle/>
          <a:p>
            <a:r>
              <a:rPr lang="fr-FR" sz="2400"/>
              <a:t>Écriture dans un fichier:</a:t>
            </a:r>
          </a:p>
          <a:p>
            <a:pPr lvl="1"/>
            <a:r>
              <a:rPr lang="fr-FR"/>
              <a:t>Out-File</a:t>
            </a:r>
          </a:p>
          <a:p>
            <a:pPr lvl="1"/>
            <a:endParaRPr lang="fr-FR"/>
          </a:p>
          <a:p>
            <a:r>
              <a:rPr lang="fr-CH" sz="2400"/>
              <a:t>Dates automatiques:</a:t>
            </a:r>
          </a:p>
          <a:p>
            <a:pPr lvl="1"/>
            <a:r>
              <a:rPr lang="fr-CH" err="1"/>
              <a:t>Get</a:t>
            </a:r>
            <a:r>
              <a:rPr lang="fr-CH"/>
              <a:t>-Date</a:t>
            </a:r>
          </a:p>
          <a:p>
            <a:pPr lvl="1"/>
            <a:endParaRPr lang="fr-CH"/>
          </a:p>
          <a:p>
            <a:r>
              <a:rPr lang="fr-FR" sz="2400"/>
              <a:t>Message affiché en fin de service:</a:t>
            </a:r>
          </a:p>
          <a:p>
            <a:pPr lvl="1"/>
            <a:r>
              <a:rPr lang="fr-FR"/>
              <a:t>Write-Host</a:t>
            </a:r>
          </a:p>
          <a:p>
            <a:endParaRPr lang="fr-CH" sz="2000"/>
          </a:p>
        </p:txBody>
      </p:sp>
    </p:spTree>
    <p:extLst>
      <p:ext uri="{BB962C8B-B14F-4D97-AF65-F5344CB8AC3E}">
        <p14:creationId xmlns:p14="http://schemas.microsoft.com/office/powerpoint/2010/main" val="234193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A8C147-8B5C-43D4-2FED-6DB87C578130}"/>
              </a:ext>
            </a:extLst>
          </p:cNvPr>
          <p:cNvSpPr>
            <a:spLocks noGrp="1"/>
          </p:cNvSpPr>
          <p:nvPr>
            <p:ph type="title"/>
          </p:nvPr>
        </p:nvSpPr>
        <p:spPr/>
        <p:txBody>
          <a:bodyPr/>
          <a:lstStyle/>
          <a:p>
            <a:pPr algn="ctr"/>
            <a:r>
              <a:rPr lang="fr-CH"/>
              <a:t>Consigne de l’exercice</a:t>
            </a:r>
          </a:p>
        </p:txBody>
      </p:sp>
      <p:graphicFrame>
        <p:nvGraphicFramePr>
          <p:cNvPr id="8" name="Espace réservé du contenu 2">
            <a:extLst>
              <a:ext uri="{FF2B5EF4-FFF2-40B4-BE49-F238E27FC236}">
                <a16:creationId xmlns:a16="http://schemas.microsoft.com/office/drawing/2014/main" id="{F5D1F0DA-C632-94C4-DD99-741A7B534AD9}"/>
              </a:ext>
            </a:extLst>
          </p:cNvPr>
          <p:cNvGraphicFramePr>
            <a:graphicFrameLocks noGrp="1"/>
          </p:cNvGraphicFramePr>
          <p:nvPr>
            <p:ph idx="1"/>
            <p:extLst>
              <p:ext uri="{D42A27DB-BD31-4B8C-83A1-F6EECF244321}">
                <p14:modId xmlns:p14="http://schemas.microsoft.com/office/powerpoint/2010/main" val="20433787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0697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D4EEEE-943F-59AE-4133-A99C7395E26F}"/>
              </a:ext>
            </a:extLst>
          </p:cNvPr>
          <p:cNvSpPr/>
          <p:nvPr/>
        </p:nvSpPr>
        <p:spPr>
          <a:xfrm>
            <a:off x="838200" y="6123812"/>
            <a:ext cx="10856976" cy="5040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fr-CH"/>
          </a:p>
        </p:txBody>
      </p:sp>
      <p:sp>
        <p:nvSpPr>
          <p:cNvPr id="2" name="Titre 1">
            <a:extLst>
              <a:ext uri="{FF2B5EF4-FFF2-40B4-BE49-F238E27FC236}">
                <a16:creationId xmlns:a16="http://schemas.microsoft.com/office/drawing/2014/main" id="{F4B7D872-EABE-5A57-BD94-DC36C82DD445}"/>
              </a:ext>
            </a:extLst>
          </p:cNvPr>
          <p:cNvSpPr>
            <a:spLocks noGrp="1"/>
          </p:cNvSpPr>
          <p:nvPr>
            <p:ph type="title"/>
          </p:nvPr>
        </p:nvSpPr>
        <p:spPr/>
        <p:txBody>
          <a:bodyPr/>
          <a:lstStyle/>
          <a:p>
            <a:pPr algn="ctr"/>
            <a:r>
              <a:rPr lang="fr-CH"/>
              <a:t>Réalisation de l’exercice</a:t>
            </a:r>
          </a:p>
        </p:txBody>
      </p:sp>
      <p:graphicFrame>
        <p:nvGraphicFramePr>
          <p:cNvPr id="6" name="Espace réservé du contenu 2">
            <a:extLst>
              <a:ext uri="{FF2B5EF4-FFF2-40B4-BE49-F238E27FC236}">
                <a16:creationId xmlns:a16="http://schemas.microsoft.com/office/drawing/2014/main" id="{1F6E139D-D3A0-98CE-F95F-96FA32AD0E07}"/>
              </a:ext>
            </a:extLst>
          </p:cNvPr>
          <p:cNvGraphicFramePr>
            <a:graphicFrameLocks noGrp="1"/>
          </p:cNvGraphicFramePr>
          <p:nvPr>
            <p:ph idx="1"/>
            <p:extLst>
              <p:ext uri="{D42A27DB-BD31-4B8C-83A1-F6EECF244321}">
                <p14:modId xmlns:p14="http://schemas.microsoft.com/office/powerpoint/2010/main" val="2475245595"/>
              </p:ext>
            </p:extLst>
          </p:nvPr>
        </p:nvGraphicFramePr>
        <p:xfrm>
          <a:off x="838200" y="1825625"/>
          <a:ext cx="10856976"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7" name="Groupe 6">
            <a:extLst>
              <a:ext uri="{FF2B5EF4-FFF2-40B4-BE49-F238E27FC236}">
                <a16:creationId xmlns:a16="http://schemas.microsoft.com/office/drawing/2014/main" id="{04E44D1E-03BD-15E3-7AFB-D22F3B1ED758}"/>
              </a:ext>
            </a:extLst>
          </p:cNvPr>
          <p:cNvGrpSpPr/>
          <p:nvPr/>
        </p:nvGrpSpPr>
        <p:grpSpPr>
          <a:xfrm>
            <a:off x="1116482" y="5310072"/>
            <a:ext cx="7599883" cy="590400"/>
            <a:chOff x="277672" y="4076850"/>
            <a:chExt cx="7599883" cy="590400"/>
          </a:xfrm>
        </p:grpSpPr>
        <p:sp>
          <p:nvSpPr>
            <p:cNvPr id="8" name="Rectangle : coins arrondis 7">
              <a:extLst>
                <a:ext uri="{FF2B5EF4-FFF2-40B4-BE49-F238E27FC236}">
                  <a16:creationId xmlns:a16="http://schemas.microsoft.com/office/drawing/2014/main" id="{30F00D49-4DC4-6129-64AD-9F36CD16FEEB}"/>
                </a:ext>
              </a:extLst>
            </p:cNvPr>
            <p:cNvSpPr/>
            <p:nvPr/>
          </p:nvSpPr>
          <p:spPr>
            <a:xfrm>
              <a:off x="277672" y="4076850"/>
              <a:ext cx="7599883" cy="59040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CH"/>
            </a:p>
          </p:txBody>
        </p:sp>
        <p:sp>
          <p:nvSpPr>
            <p:cNvPr id="9" name="Rectangle : coins arrondis 4">
              <a:extLst>
                <a:ext uri="{FF2B5EF4-FFF2-40B4-BE49-F238E27FC236}">
                  <a16:creationId xmlns:a16="http://schemas.microsoft.com/office/drawing/2014/main" id="{79238761-2910-7CC0-F7BF-CDA72BEAF15C}"/>
                </a:ext>
              </a:extLst>
            </p:cNvPr>
            <p:cNvSpPr txBox="1"/>
            <p:nvPr/>
          </p:nvSpPr>
          <p:spPr>
            <a:xfrm>
              <a:off x="306492" y="4134492"/>
              <a:ext cx="7542241" cy="53275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87257" tIns="0" rIns="287257" bIns="0" numCol="1" spcCol="1270" anchor="ctr" anchorCtr="0">
              <a:noAutofit/>
            </a:bodyPr>
            <a:lstStyle/>
            <a:p>
              <a:pPr marL="0" lvl="0" indent="0" algn="l" defTabSz="889000">
                <a:lnSpc>
                  <a:spcPct val="90000"/>
                </a:lnSpc>
                <a:spcBef>
                  <a:spcPct val="0"/>
                </a:spcBef>
                <a:spcAft>
                  <a:spcPct val="35000"/>
                </a:spcAft>
                <a:buNone/>
              </a:pPr>
              <a:r>
                <a:rPr lang="fr-CH" sz="2000"/>
                <a:t>Exemple du processus avec un </a:t>
              </a:r>
              <a:r>
                <a:rPr lang="fr-CH" sz="2000" err="1"/>
                <a:t>schèma</a:t>
              </a:r>
              <a:endParaRPr lang="en-US" sz="2000" kern="1200"/>
            </a:p>
          </p:txBody>
        </p:sp>
      </p:grpSp>
    </p:spTree>
    <p:extLst>
      <p:ext uri="{BB962C8B-B14F-4D97-AF65-F5344CB8AC3E}">
        <p14:creationId xmlns:p14="http://schemas.microsoft.com/office/powerpoint/2010/main" val="1787426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4">
            <a:extLst>
              <a:ext uri="{FF2B5EF4-FFF2-40B4-BE49-F238E27FC236}">
                <a16:creationId xmlns:a16="http://schemas.microsoft.com/office/drawing/2014/main" id="{8585501C-FEAE-8207-51F0-55EE1B429236}"/>
              </a:ext>
            </a:extLst>
          </p:cNvPr>
          <p:cNvPicPr>
            <a:picLocks noChangeAspect="1"/>
          </p:cNvPicPr>
          <p:nvPr/>
        </p:nvPicPr>
        <p:blipFill>
          <a:blip r:embed="rId2"/>
          <a:stretch>
            <a:fillRect/>
          </a:stretch>
        </p:blipFill>
        <p:spPr>
          <a:xfrm>
            <a:off x="0" y="0"/>
            <a:ext cx="12191996" cy="4924455"/>
          </a:xfrm>
          <a:prstGeom prst="rect">
            <a:avLst/>
          </a:prstGeom>
          <a:noFill/>
          <a:ln cap="flat">
            <a:noFill/>
          </a:ln>
        </p:spPr>
      </p:pic>
      <p:sp>
        <p:nvSpPr>
          <p:cNvPr id="3" name="Inhaltsplatzhalter 2">
            <a:extLst>
              <a:ext uri="{FF2B5EF4-FFF2-40B4-BE49-F238E27FC236}">
                <a16:creationId xmlns:a16="http://schemas.microsoft.com/office/drawing/2014/main" id="{5BA430ED-044B-3E3E-0D00-16A16228C17B}"/>
              </a:ext>
            </a:extLst>
          </p:cNvPr>
          <p:cNvSpPr txBox="1">
            <a:spLocks noGrp="1"/>
          </p:cNvSpPr>
          <p:nvPr>
            <p:ph idx="1"/>
          </p:nvPr>
        </p:nvSpPr>
        <p:spPr>
          <a:xfrm>
            <a:off x="838203" y="5018309"/>
            <a:ext cx="10515600" cy="1158645"/>
          </a:xfrm>
        </p:spPr>
        <p:txBody>
          <a:bodyPr/>
          <a:lstStyle/>
          <a:p>
            <a:pPr marL="0" lvl="0" indent="0">
              <a:buNone/>
            </a:pPr>
            <a:r>
              <a:rPr lang="fr-CH"/>
              <a:t>Solution de l’exercice avec explication de chaque ligne de code.</a:t>
            </a:r>
            <a:endParaRPr lang="de-CH"/>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nhaltsplatzhalter 4">
            <a:extLst>
              <a:ext uri="{FF2B5EF4-FFF2-40B4-BE49-F238E27FC236}">
                <a16:creationId xmlns:a16="http://schemas.microsoft.com/office/drawing/2014/main" id="{B30D0891-8E55-BFE8-4643-B80BA7A14A63}"/>
              </a:ext>
            </a:extLst>
          </p:cNvPr>
          <p:cNvPicPr>
            <a:picLocks noGrp="1" noChangeAspect="1"/>
          </p:cNvPicPr>
          <p:nvPr>
            <p:ph idx="1"/>
          </p:nvPr>
        </p:nvPicPr>
        <p:blipFill>
          <a:blip r:embed="rId3"/>
          <a:stretch>
            <a:fillRect/>
          </a:stretch>
        </p:blipFill>
        <p:spPr>
          <a:xfrm>
            <a:off x="0" y="-97968"/>
            <a:ext cx="12191996" cy="4937760"/>
          </a:xfrm>
        </p:spPr>
      </p:pic>
      <p:sp>
        <p:nvSpPr>
          <p:cNvPr id="3" name="Inhaltsplatzhalter 2">
            <a:extLst>
              <a:ext uri="{FF2B5EF4-FFF2-40B4-BE49-F238E27FC236}">
                <a16:creationId xmlns:a16="http://schemas.microsoft.com/office/drawing/2014/main" id="{C5D5FB87-1FAE-E42D-94EA-F6D295074703}"/>
              </a:ext>
            </a:extLst>
          </p:cNvPr>
          <p:cNvSpPr txBox="1"/>
          <p:nvPr/>
        </p:nvSpPr>
        <p:spPr>
          <a:xfrm>
            <a:off x="838203" y="5018309"/>
            <a:ext cx="10515600" cy="1545774"/>
          </a:xfrm>
          <a:prstGeom prst="rect">
            <a:avLst/>
          </a:prstGeom>
          <a:noFill/>
          <a:ln cap="flat">
            <a:noFill/>
          </a:ln>
        </p:spPr>
        <p:txBody>
          <a:bodyPr vert="horz" wrap="square" lIns="91440" tIns="45720" rIns="91440" bIns="45720" anchor="t" anchorCtr="0" compatLnSpc="1">
            <a:normAutofit/>
          </a:bodyPr>
          <a:lstStyle/>
          <a:p>
            <a:pPr marL="457200" marR="0" lvl="0" indent="-457200" algn="l" defTabSz="914400" rtl="0" fontAlgn="auto" hangingPunct="1">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CH" sz="2800" b="0" i="0" u="none" strike="noStrike" kern="1200" cap="none" spc="0" baseline="0">
                <a:solidFill>
                  <a:srgbClr val="FF0000"/>
                </a:solidFill>
                <a:uFillTx/>
                <a:latin typeface="Aptos"/>
              </a:rPr>
              <a:t>Définit une variable avec le nom de l’utilisateur.</a:t>
            </a:r>
          </a:p>
          <a:p>
            <a:pPr marL="457200" marR="0" lvl="0" indent="-457200" algn="l" defTabSz="914400" rtl="0" fontAlgn="auto" hangingPunct="1">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CH" sz="2800" b="0" i="0" u="none" strike="noStrike" kern="1200" cap="none" spc="0" baseline="0">
                <a:solidFill>
                  <a:srgbClr val="E97132"/>
                </a:solidFill>
                <a:uFillTx/>
                <a:latin typeface="Aptos"/>
              </a:rPr>
              <a:t>Récupère la date actuelle du système.</a:t>
            </a:r>
          </a:p>
          <a:p>
            <a:pPr marL="457200" marR="0" lvl="0" indent="-457200" algn="l" defTabSz="914400" rtl="0" fontAlgn="auto" hangingPunct="1">
              <a:lnSpc>
                <a:spcPct val="90000"/>
              </a:lnSpc>
              <a:spcBef>
                <a:spcPts val="1000"/>
              </a:spcBef>
              <a:spcAft>
                <a:spcPts val="0"/>
              </a:spcAft>
              <a:buFont typeface="Arial" panose="020B0604020202020204" pitchFamily="34" charset="0"/>
              <a:buChar char="•"/>
              <a:tabLst/>
              <a:defRPr sz="1800" b="0" i="0" u="none" strike="noStrike" kern="0" cap="none" spc="0" baseline="0">
                <a:solidFill>
                  <a:srgbClr val="000000"/>
                </a:solidFill>
                <a:uFillTx/>
              </a:defRPr>
            </a:pPr>
            <a:r>
              <a:rPr lang="fr-CH" sz="2800" b="0" i="0" u="none" strike="noStrike" kern="1200" cap="none" spc="0" baseline="0">
                <a:solidFill>
                  <a:srgbClr val="00B050"/>
                </a:solidFill>
                <a:uFillTx/>
                <a:latin typeface="Aptos"/>
              </a:rPr>
              <a:t>Construit le chemin du dossier avec le nom et la date.</a:t>
            </a:r>
            <a:endParaRPr lang="de-CH" sz="2800" b="0" i="0" u="none" strike="noStrike" kern="1200" cap="none" spc="0" baseline="0">
              <a:solidFill>
                <a:srgbClr val="00B050"/>
              </a:solidFill>
              <a:uFillTx/>
              <a:latin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4">
            <a:extLst>
              <a:ext uri="{FF2B5EF4-FFF2-40B4-BE49-F238E27FC236}">
                <a16:creationId xmlns:a16="http://schemas.microsoft.com/office/drawing/2014/main" id="{B6F5C83E-F376-7171-019E-F2A58F5614CB}"/>
              </a:ext>
            </a:extLst>
          </p:cNvPr>
          <p:cNvPicPr>
            <a:picLocks noChangeAspect="1"/>
          </p:cNvPicPr>
          <p:nvPr/>
        </p:nvPicPr>
        <p:blipFill>
          <a:blip r:embed="rId3"/>
          <a:stretch>
            <a:fillRect/>
          </a:stretch>
        </p:blipFill>
        <p:spPr>
          <a:xfrm>
            <a:off x="0" y="0"/>
            <a:ext cx="12191996" cy="4924455"/>
          </a:xfrm>
          <a:prstGeom prst="rect">
            <a:avLst/>
          </a:prstGeom>
          <a:noFill/>
          <a:ln cap="flat">
            <a:noFill/>
          </a:ln>
        </p:spPr>
      </p:pic>
      <p:sp>
        <p:nvSpPr>
          <p:cNvPr id="3" name="Inhaltsplatzhalter 2">
            <a:extLst>
              <a:ext uri="{FF2B5EF4-FFF2-40B4-BE49-F238E27FC236}">
                <a16:creationId xmlns:a16="http://schemas.microsoft.com/office/drawing/2014/main" id="{D0D21DDF-944D-B1EA-3D8A-8480D6BD6819}"/>
              </a:ext>
            </a:extLst>
          </p:cNvPr>
          <p:cNvSpPr txBox="1"/>
          <p:nvPr/>
        </p:nvSpPr>
        <p:spPr>
          <a:xfrm>
            <a:off x="838198" y="5018309"/>
            <a:ext cx="10515600" cy="1730834"/>
          </a:xfrm>
          <a:prstGeom prst="rect">
            <a:avLst/>
          </a:prstGeom>
          <a:noFill/>
          <a:ln cap="flat">
            <a:noFill/>
          </a:ln>
        </p:spPr>
        <p:txBody>
          <a:bodyPr vert="horz" wrap="square" lIns="91440" tIns="45720" rIns="91440" bIns="45720" anchor="t" anchorCtr="0" compatLnSpc="1">
            <a:noAutofit/>
          </a:bodyPr>
          <a:lstStyle/>
          <a:p>
            <a:pPr marL="228600" lvl="0" indent="-228600">
              <a:lnSpc>
                <a:spcPct val="90000"/>
              </a:lnSpc>
              <a:spcBef>
                <a:spcPts val="1000"/>
              </a:spcBef>
              <a:buSzPct val="100000"/>
              <a:buFont typeface="Arial" pitchFamily="34"/>
              <a:buChar char="•"/>
              <a:defRPr sz="1800" b="0" i="0" u="none" strike="noStrike" kern="0" cap="none" spc="0" baseline="0">
                <a:solidFill>
                  <a:srgbClr val="000000"/>
                </a:solidFill>
                <a:uFillTx/>
              </a:defRPr>
            </a:pPr>
            <a:r>
              <a:rPr lang="fr-CH" sz="2800">
                <a:solidFill>
                  <a:srgbClr val="FFC000"/>
                </a:solidFill>
              </a:rPr>
              <a:t>Utilise la variable $Chemin pour définir l’emplacement exact du dossier à créer.</a:t>
            </a:r>
          </a:p>
          <a:p>
            <a:pPr marL="228600" lvl="0" indent="-228600">
              <a:lnSpc>
                <a:spcPct val="90000"/>
              </a:lnSpc>
              <a:spcBef>
                <a:spcPts val="1000"/>
              </a:spcBef>
              <a:buSzPct val="100000"/>
              <a:buFont typeface="Arial" pitchFamily="34"/>
              <a:buChar char="•"/>
              <a:defRPr sz="1800" b="0" i="0" u="none" strike="noStrike" kern="0" cap="none" spc="0" baseline="0">
                <a:solidFill>
                  <a:srgbClr val="000000"/>
                </a:solidFill>
                <a:uFillTx/>
              </a:defRPr>
            </a:pPr>
            <a:r>
              <a:rPr lang="fr-CH" sz="2800">
                <a:solidFill>
                  <a:srgbClr val="7030A0"/>
                </a:solidFill>
              </a:rPr>
              <a:t>Enregistre dans $Message un texte de confirmation avec la date actuelle</a:t>
            </a:r>
            <a:endParaRPr lang="de-CH" sz="2800">
              <a:solidFill>
                <a:srgbClr val="7030A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4">
            <a:extLst>
              <a:ext uri="{FF2B5EF4-FFF2-40B4-BE49-F238E27FC236}">
                <a16:creationId xmlns:a16="http://schemas.microsoft.com/office/drawing/2014/main" id="{9B52802C-6967-BF9E-9CA2-84C5E4B8126E}"/>
              </a:ext>
            </a:extLst>
          </p:cNvPr>
          <p:cNvPicPr>
            <a:picLocks noChangeAspect="1"/>
          </p:cNvPicPr>
          <p:nvPr/>
        </p:nvPicPr>
        <p:blipFill>
          <a:blip r:embed="rId3"/>
          <a:stretch>
            <a:fillRect/>
          </a:stretch>
        </p:blipFill>
        <p:spPr>
          <a:xfrm>
            <a:off x="0" y="0"/>
            <a:ext cx="12191996" cy="4924455"/>
          </a:xfrm>
          <a:prstGeom prst="rect">
            <a:avLst/>
          </a:prstGeom>
          <a:noFill/>
          <a:ln cap="flat">
            <a:noFill/>
          </a:ln>
        </p:spPr>
      </p:pic>
      <p:sp>
        <p:nvSpPr>
          <p:cNvPr id="3" name="Inhaltsplatzhalter 2">
            <a:extLst>
              <a:ext uri="{FF2B5EF4-FFF2-40B4-BE49-F238E27FC236}">
                <a16:creationId xmlns:a16="http://schemas.microsoft.com/office/drawing/2014/main" id="{1B688925-D083-21DA-6739-478DFB60F370}"/>
              </a:ext>
            </a:extLst>
          </p:cNvPr>
          <p:cNvSpPr txBox="1"/>
          <p:nvPr/>
        </p:nvSpPr>
        <p:spPr>
          <a:xfrm>
            <a:off x="838203" y="5018309"/>
            <a:ext cx="10515600" cy="1665520"/>
          </a:xfrm>
          <a:prstGeom prst="rect">
            <a:avLst/>
          </a:prstGeom>
          <a:noFill/>
          <a:ln cap="flat">
            <a:noFill/>
          </a:ln>
        </p:spPr>
        <p:txBody>
          <a:bodyPr vert="horz" wrap="square" lIns="91440" tIns="45720" rIns="91440" bIns="45720" anchor="t" anchorCtr="0" compatLnSpc="1">
            <a:normAutofit/>
          </a:bodyPr>
          <a:lstStyle/>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fr-CH" sz="2800" b="0" i="0" u="none" strike="noStrike" kern="1200" cap="none" spc="0" baseline="0">
                <a:solidFill>
                  <a:schemeClr val="accent4">
                    <a:lumMod val="60000"/>
                    <a:lumOff val="40000"/>
                  </a:schemeClr>
                </a:solidFill>
                <a:uFillTx/>
                <a:latin typeface="Aptos"/>
              </a:rPr>
              <a:t>Écrit le message de confirmation dans un fichier texte.</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fr-CH" sz="2800">
                <a:solidFill>
                  <a:srgbClr val="FF0000"/>
                </a:solidFill>
                <a:latin typeface="Aptos"/>
              </a:rPr>
              <a:t>Ajoute une ligne avec le nom et la date dans le fichier log.</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fr-CH" sz="2800" b="0" i="0" u="none" strike="noStrike" kern="1200" cap="none" spc="0" baseline="0">
                <a:solidFill>
                  <a:srgbClr val="7030A0"/>
                </a:solidFill>
                <a:uFillTx/>
                <a:latin typeface="Aptos"/>
              </a:rPr>
              <a:t>Affiche un message final dans la console.</a:t>
            </a:r>
            <a:endParaRPr lang="de-CH" sz="2800" b="0" i="0" u="none" strike="noStrike" kern="1200" cap="none" spc="0" baseline="0">
              <a:solidFill>
                <a:srgbClr val="7030A0"/>
              </a:solidFill>
              <a:uFillTx/>
              <a:latin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991DF873-154E-1107-3B30-F012AF78D6CE}"/>
              </a:ext>
            </a:extLst>
          </p:cNvPr>
          <p:cNvSpPr>
            <a:spLocks noGrp="1"/>
          </p:cNvSpPr>
          <p:nvPr>
            <p:ph type="title"/>
          </p:nvPr>
        </p:nvSpPr>
        <p:spPr>
          <a:xfrm>
            <a:off x="4312334" y="1092948"/>
            <a:ext cx="3567325" cy="1636776"/>
          </a:xfrm>
        </p:spPr>
        <p:txBody>
          <a:bodyPr vert="horz" lIns="91440" tIns="45720" rIns="91440" bIns="45720" rtlCol="0" anchor="b">
            <a:normAutofit/>
          </a:bodyPr>
          <a:lstStyle/>
          <a:p>
            <a:pPr algn="ctr"/>
            <a:r>
              <a:rPr lang="en-US" sz="5600" kern="1200">
                <a:solidFill>
                  <a:srgbClr val="FFFFFF"/>
                </a:solidFill>
                <a:latin typeface="+mj-lt"/>
                <a:ea typeface="+mj-ea"/>
                <a:cs typeface="+mj-cs"/>
              </a:rPr>
              <a:t>Conclusion</a:t>
            </a:r>
            <a:r>
              <a:rPr lang="en-US" sz="4800" kern="1200">
                <a:solidFill>
                  <a:srgbClr val="FFFFFF"/>
                </a:solidFill>
                <a:latin typeface="+mj-lt"/>
                <a:ea typeface="+mj-ea"/>
                <a:cs typeface="+mj-cs"/>
              </a:rPr>
              <a:t> </a:t>
            </a:r>
          </a:p>
        </p:txBody>
      </p:sp>
      <p:sp>
        <p:nvSpPr>
          <p:cNvPr id="5" name="Espace réservé du contenu 2">
            <a:extLst>
              <a:ext uri="{FF2B5EF4-FFF2-40B4-BE49-F238E27FC236}">
                <a16:creationId xmlns:a16="http://schemas.microsoft.com/office/drawing/2014/main" id="{80E66FF3-A71B-A782-7C4A-08950C73AA71}"/>
              </a:ext>
            </a:extLst>
          </p:cNvPr>
          <p:cNvSpPr>
            <a:spLocks noGrp="1"/>
          </p:cNvSpPr>
          <p:nvPr>
            <p:ph idx="1"/>
          </p:nvPr>
        </p:nvSpPr>
        <p:spPr>
          <a:xfrm>
            <a:off x="455520" y="4645152"/>
            <a:ext cx="10898279" cy="2102157"/>
          </a:xfrm>
        </p:spPr>
        <p:txBody>
          <a:bodyPr>
            <a:normAutofit/>
          </a:bodyPr>
          <a:lstStyle/>
          <a:p>
            <a:r>
              <a:rPr lang="fr-CH" sz="2400"/>
              <a:t>Ce projet montre comment PowerShell peut automatiser une tâche répétitive de manière rapide et fiable.</a:t>
            </a:r>
          </a:p>
          <a:p>
            <a:r>
              <a:rPr lang="fr-CH" sz="2400"/>
              <a:t>L’automatisation permet de gagner du temps, réduire les erreurs humaines et assurer la traçabilité.</a:t>
            </a:r>
          </a:p>
          <a:p>
            <a:pPr marL="0" indent="0" algn="ctr">
              <a:buNone/>
            </a:pPr>
            <a:r>
              <a:rPr lang="fr-CH" sz="2400"/>
              <a:t>Avez-vous des questions?</a:t>
            </a:r>
          </a:p>
        </p:txBody>
      </p:sp>
    </p:spTree>
    <p:extLst>
      <p:ext uri="{BB962C8B-B14F-4D97-AF65-F5344CB8AC3E}">
        <p14:creationId xmlns:p14="http://schemas.microsoft.com/office/powerpoint/2010/main" val="237020310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959</Words>
  <Application>Microsoft Office PowerPoint</Application>
  <PresentationFormat>Grand écran</PresentationFormat>
  <Paragraphs>109</Paragraphs>
  <Slides>18</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18</vt:i4>
      </vt:variant>
    </vt:vector>
  </HeadingPairs>
  <TitlesOfParts>
    <vt:vector size="23" baseType="lpstr">
      <vt:lpstr>Aptos</vt:lpstr>
      <vt:lpstr>Aptos Display</vt:lpstr>
      <vt:lpstr>Arial</vt:lpstr>
      <vt:lpstr>Calibri</vt:lpstr>
      <vt:lpstr>Thème Office</vt:lpstr>
      <vt:lpstr>Projet MA-18 : Création d’un dossier utilisateur automatisé</vt:lpstr>
      <vt:lpstr>Sommaire</vt:lpstr>
      <vt:lpstr>Plan de séquence</vt:lpstr>
      <vt:lpstr>Introduction </vt:lpstr>
      <vt:lpstr>Explication théorique</vt:lpstr>
      <vt:lpstr>Gestion des dossiers et fichiers</vt:lpstr>
      <vt:lpstr>Messages et retours</vt:lpstr>
      <vt:lpstr>Gestion des dates</vt:lpstr>
      <vt:lpstr>Journaux d’activité</vt:lpstr>
      <vt:lpstr>Notions Powershell</vt:lpstr>
      <vt:lpstr>Présentation PowerPoint</vt:lpstr>
      <vt:lpstr>Consigne de l’exercice</vt:lpstr>
      <vt:lpstr>Réalisation de l’exercice</vt:lpstr>
      <vt:lpstr>Présentation PowerPoint</vt:lpstr>
      <vt:lpstr>Présentation PowerPoint</vt:lpstr>
      <vt:lpstr>Présentation PowerPoint</vt:lpstr>
      <vt:lpstr>Présentation PowerPoint</vt:lpstr>
      <vt:lpstr>Conclusion </vt:lpstr>
    </vt:vector>
  </TitlesOfParts>
  <Company>CPNV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Jean-Christophe Serrano</dc:creator>
  <cp:lastModifiedBy>Jean-Christophe Serrano</cp:lastModifiedBy>
  <cp:revision>1</cp:revision>
  <dcterms:created xsi:type="dcterms:W3CDTF">2026-03-16T07:36:31Z</dcterms:created>
  <dcterms:modified xsi:type="dcterms:W3CDTF">2026-03-23T08:46:06Z</dcterms:modified>
</cp:coreProperties>
</file>