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1" r:id="rId4"/>
    <p:sldId id="259" r:id="rId5"/>
    <p:sldId id="260" r:id="rId6"/>
    <p:sldId id="266" r:id="rId7"/>
    <p:sldId id="267" r:id="rId8"/>
    <p:sldId id="268" r:id="rId9"/>
    <p:sldId id="269" r:id="rId10"/>
    <p:sldId id="270" r:id="rId11"/>
    <p:sldId id="271" r:id="rId12"/>
    <p:sldId id="263" r:id="rId13"/>
    <p:sldId id="262" r:id="rId14"/>
    <p:sldId id="265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C8FE82-A788-45DB-8921-620F23D72FFB}" v="12" dt="2026-03-16T17:40:23.548"/>
    <p1510:client id="{743A19DA-8D9B-445A-898E-98D128FE76ED}" v="615" dt="2026-03-16T15:03:13.712"/>
    <p1510:client id="{A48A2BAB-8EA2-4ACB-ACDD-B96D76947077}" v="156" dt="2026-03-16T15:07:08.768"/>
    <p1510:client id="{D1E192D7-E035-457F-BC66-2229E29AD3DF}" v="613" dt="2026-03-16T15:33:35.813"/>
    <p1510:client id="{D766E821-A40D-446E-A480-3842B2225CB4}" v="18" dt="2026-03-16T14:30:41.2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Santos Leandro" userId="0605dfd2-f67f-4b60-95d0-aa0a7121a079" providerId="ADAL" clId="{0BD1A175-A5B9-4DF1-8D8A-4D968B0FFA11}"/>
    <pc:docChg chg="undo custSel addSld delSld modSld sldOrd">
      <pc:chgData name="Lucas Santos Leandro" userId="0605dfd2-f67f-4b60-95d0-aa0a7121a079" providerId="ADAL" clId="{0BD1A175-A5B9-4DF1-8D8A-4D968B0FFA11}" dt="2026-03-16T15:03:13.712" v="615" actId="122"/>
      <pc:docMkLst>
        <pc:docMk/>
      </pc:docMkLst>
      <pc:sldChg chg="addSp delSp modSp mod setBg">
        <pc:chgData name="Lucas Santos Leandro" userId="0605dfd2-f67f-4b60-95d0-aa0a7121a079" providerId="ADAL" clId="{0BD1A175-A5B9-4DF1-8D8A-4D968B0FFA11}" dt="2026-03-16T14:52:03.535" v="574"/>
        <pc:sldMkLst>
          <pc:docMk/>
          <pc:sldMk cId="1760741132" sldId="257"/>
        </pc:sldMkLst>
        <pc:spChg chg="mod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2" creationId="{E4041585-2273-DCC1-7137-9CF9AD0F2A06}"/>
          </ac:spMkLst>
        </pc:spChg>
        <pc:spChg chg="del mod">
          <ac:chgData name="Lucas Santos Leandro" userId="0605dfd2-f67f-4b60-95d0-aa0a7121a079" providerId="ADAL" clId="{0BD1A175-A5B9-4DF1-8D8A-4D968B0FFA11}" dt="2026-03-16T14:28:43.861" v="226" actId="26606"/>
          <ac:spMkLst>
            <pc:docMk/>
            <pc:sldMk cId="1760741132" sldId="257"/>
            <ac:spMk id="3" creationId="{25B6DD9B-14CC-5F80-99AE-B086C7FF86A8}"/>
          </ac:spMkLst>
        </pc:spChg>
        <pc:spChg chg="add del">
          <ac:chgData name="Lucas Santos Leandro" userId="0605dfd2-f67f-4b60-95d0-aa0a7121a079" providerId="ADAL" clId="{0BD1A175-A5B9-4DF1-8D8A-4D968B0FFA11}" dt="2026-03-16T09:11:02.475" v="123" actId="26606"/>
          <ac:spMkLst>
            <pc:docMk/>
            <pc:sldMk cId="1760741132" sldId="257"/>
            <ac:spMk id="5" creationId="{84697CDA-BDB7-4883-B48B-1D4EDB2F0E93}"/>
          </ac:spMkLst>
        </pc:spChg>
        <pc:spChg chg="add del">
          <ac:chgData name="Lucas Santos Leandro" userId="0605dfd2-f67f-4b60-95d0-aa0a7121a079" providerId="ADAL" clId="{0BD1A175-A5B9-4DF1-8D8A-4D968B0FFA11}" dt="2026-03-16T09:11:02.475" v="123" actId="26606"/>
          <ac:spMkLst>
            <pc:docMk/>
            <pc:sldMk cId="1760741132" sldId="257"/>
            <ac:spMk id="6" creationId="{6295B176-FA0E-4B6A-A190-5E2E82BEA57A}"/>
          </ac:spMkLst>
        </pc:spChg>
        <pc:spChg chg="add del">
          <ac:chgData name="Lucas Santos Leandro" userId="0605dfd2-f67f-4b60-95d0-aa0a7121a079" providerId="ADAL" clId="{0BD1A175-A5B9-4DF1-8D8A-4D968B0FFA11}" dt="2026-03-16T09:11:02.475" v="123" actId="26606"/>
          <ac:spMkLst>
            <pc:docMk/>
            <pc:sldMk cId="1760741132" sldId="257"/>
            <ac:spMk id="7" creationId="{48F779DE-4744-42D6-9C74-33EC94460CCC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8" creationId="{DEE2AD96-B495-4E06-9291-B71706F728CB}"/>
          </ac:spMkLst>
        </pc:spChg>
        <pc:spChg chg="add del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9" creationId="{979E27D9-03C7-44E2-9FF8-15D0C8506AF7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10" creationId="{53CF6D67-C5A8-4ADD-9E8E-1E38CA1D3166}"/>
          </ac:spMkLst>
        </pc:spChg>
        <pc:spChg chg="add del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11" creationId="{EEBF1590-3B36-48EE-A89D-3B6F3CB256AB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12" creationId="{86909FA0-B515-4681-B7A8-FA281D133B94}"/>
          </ac:spMkLst>
        </pc:spChg>
        <pc:spChg chg="add del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13" creationId="{AC8F6C8C-AB5A-4548-942D-E3FD40ACBC49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14" creationId="{21C9FE86-FCC3-4A31-AA1C-C882262B7FE7}"/>
          </ac:spMkLst>
        </pc:spChg>
        <pc:spChg chg="add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15" creationId="{979E27D9-03C7-44E2-9FF8-15D0C8506AF7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16" creationId="{7D96243B-ECED-4B71-8E06-AE9A285EAD20}"/>
          </ac:spMkLst>
        </pc:spChg>
        <pc:spChg chg="add del">
          <ac:chgData name="Lucas Santos Leandro" userId="0605dfd2-f67f-4b60-95d0-aa0a7121a079" providerId="ADAL" clId="{0BD1A175-A5B9-4DF1-8D8A-4D968B0FFA11}" dt="2026-03-16T08:41:06.173" v="59" actId="26606"/>
          <ac:spMkLst>
            <pc:docMk/>
            <pc:sldMk cId="1760741132" sldId="257"/>
            <ac:spMk id="18" creationId="{A09989E4-EFDC-4A90-A633-E0525FB4139E}"/>
          </ac:spMkLst>
        </pc:spChg>
        <pc:spChg chg="add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20" creationId="{EEBF1590-3B36-48EE-A89D-3B6F3CB256AB}"/>
          </ac:spMkLst>
        </pc:spChg>
        <pc:spChg chg="add">
          <ac:chgData name="Lucas Santos Leandro" userId="0605dfd2-f67f-4b60-95d0-aa0a7121a079" providerId="ADAL" clId="{0BD1A175-A5B9-4DF1-8D8A-4D968B0FFA11}" dt="2026-03-16T09:15:33.966" v="128" actId="26606"/>
          <ac:spMkLst>
            <pc:docMk/>
            <pc:sldMk cId="1760741132" sldId="257"/>
            <ac:spMk id="22" creationId="{AC8F6C8C-AB5A-4548-942D-E3FD40ACBC49}"/>
          </ac:spMkLst>
        </pc:spChg>
        <pc:graphicFrameChg chg="add mod">
          <ac:chgData name="Lucas Santos Leandro" userId="0605dfd2-f67f-4b60-95d0-aa0a7121a079" providerId="ADAL" clId="{0BD1A175-A5B9-4DF1-8D8A-4D968B0FFA11}" dt="2026-03-16T14:52:03.535" v="574"/>
          <ac:graphicFrameMkLst>
            <pc:docMk/>
            <pc:sldMk cId="1760741132" sldId="257"/>
            <ac:graphicFrameMk id="24" creationId="{364EE30F-55C8-C7BA-DAD0-53BF6A124B6A}"/>
          </ac:graphicFrameMkLst>
        </pc:graphicFrameChg>
      </pc:sldChg>
      <pc:sldChg chg="modSp mod">
        <pc:chgData name="Lucas Santos Leandro" userId="0605dfd2-f67f-4b60-95d0-aa0a7121a079" providerId="ADAL" clId="{0BD1A175-A5B9-4DF1-8D8A-4D968B0FFA11}" dt="2026-03-16T08:40:28.402" v="57" actId="122"/>
        <pc:sldMkLst>
          <pc:docMk/>
          <pc:sldMk cId="313293860" sldId="258"/>
        </pc:sldMkLst>
        <pc:spChg chg="mod">
          <ac:chgData name="Lucas Santos Leandro" userId="0605dfd2-f67f-4b60-95d0-aa0a7121a079" providerId="ADAL" clId="{0BD1A175-A5B9-4DF1-8D8A-4D968B0FFA11}" dt="2026-03-16T08:40:28.402" v="57" actId="122"/>
          <ac:spMkLst>
            <pc:docMk/>
            <pc:sldMk cId="313293860" sldId="258"/>
            <ac:spMk id="2" creationId="{2F579816-04D3-A856-0D33-D70A9550C746}"/>
          </ac:spMkLst>
        </pc:spChg>
      </pc:sldChg>
      <pc:sldChg chg="addSp delSp modSp new mod setBg">
        <pc:chgData name="Lucas Santos Leandro" userId="0605dfd2-f67f-4b60-95d0-aa0a7121a079" providerId="ADAL" clId="{0BD1A175-A5B9-4DF1-8D8A-4D968B0FFA11}" dt="2026-03-16T14:28:33.492" v="225" actId="478"/>
        <pc:sldMkLst>
          <pc:docMk/>
          <pc:sldMk cId="506015394" sldId="259"/>
        </pc:sldMkLst>
        <pc:spChg chg="mod">
          <ac:chgData name="Lucas Santos Leandro" userId="0605dfd2-f67f-4b60-95d0-aa0a7121a079" providerId="ADAL" clId="{0BD1A175-A5B9-4DF1-8D8A-4D968B0FFA11}" dt="2026-03-16T14:25:37.804" v="205" actId="122"/>
          <ac:spMkLst>
            <pc:docMk/>
            <pc:sldMk cId="506015394" sldId="259"/>
            <ac:spMk id="2" creationId="{4E56D5A8-E6E0-922B-2956-0F76551EF8CF}"/>
          </ac:spMkLst>
        </pc:spChg>
        <pc:spChg chg="mod">
          <ac:chgData name="Lucas Santos Leandro" userId="0605dfd2-f67f-4b60-95d0-aa0a7121a079" providerId="ADAL" clId="{0BD1A175-A5B9-4DF1-8D8A-4D968B0FFA11}" dt="2026-03-16T14:26:57.393" v="219" actId="27636"/>
          <ac:spMkLst>
            <pc:docMk/>
            <pc:sldMk cId="506015394" sldId="259"/>
            <ac:spMk id="3" creationId="{221C2E44-5722-350A-AEDC-E0DDD904B450}"/>
          </ac:spMkLst>
        </pc:spChg>
        <pc:spChg chg="add">
          <ac:chgData name="Lucas Santos Leandro" userId="0605dfd2-f67f-4b60-95d0-aa0a7121a079" providerId="ADAL" clId="{0BD1A175-A5B9-4DF1-8D8A-4D968B0FFA11}" dt="2026-03-16T14:20:59.507" v="183" actId="26606"/>
          <ac:spMkLst>
            <pc:docMk/>
            <pc:sldMk cId="506015394" sldId="259"/>
            <ac:spMk id="1031" creationId="{04812C46-200A-4DEB-A05E-3ED6C68C2387}"/>
          </ac:spMkLst>
        </pc:spChg>
        <pc:spChg chg="add">
          <ac:chgData name="Lucas Santos Leandro" userId="0605dfd2-f67f-4b60-95d0-aa0a7121a079" providerId="ADAL" clId="{0BD1A175-A5B9-4DF1-8D8A-4D968B0FFA11}" dt="2026-03-16T14:20:59.507" v="183" actId="26606"/>
          <ac:spMkLst>
            <pc:docMk/>
            <pc:sldMk cId="506015394" sldId="259"/>
            <ac:spMk id="1033" creationId="{D1EA859B-E555-4109-94F3-6700E046E008}"/>
          </ac:spMkLst>
        </pc:spChg>
        <pc:grpChg chg="del">
          <ac:chgData name="Lucas Santos Leandro" userId="0605dfd2-f67f-4b60-95d0-aa0a7121a079" providerId="ADAL" clId="{0BD1A175-A5B9-4DF1-8D8A-4D968B0FFA11}" dt="2026-03-16T14:27:10.278" v="220" actId="478"/>
          <ac:grpSpMkLst>
            <pc:docMk/>
            <pc:sldMk cId="506015394" sldId="259"/>
            <ac:grpSpMk id="15" creationId="{B5F31FFA-4399-18F5-5904-A4D3D40C990F}"/>
          </ac:grpSpMkLst>
        </pc:grpChg>
        <pc:grpChg chg="del mod">
          <ac:chgData name="Lucas Santos Leandro" userId="0605dfd2-f67f-4b60-95d0-aa0a7121a079" providerId="ADAL" clId="{0BD1A175-A5B9-4DF1-8D8A-4D968B0FFA11}" dt="2026-03-16T14:28:33.492" v="225" actId="478"/>
          <ac:grpSpMkLst>
            <pc:docMk/>
            <pc:sldMk cId="506015394" sldId="259"/>
            <ac:grpSpMk id="27" creationId="{FC9DD356-91A9-C093-E50D-A5F6DE267DD1}"/>
          </ac:grpSpMkLst>
        </pc:grpChg>
        <pc:grpChg chg="del">
          <ac:chgData name="Lucas Santos Leandro" userId="0605dfd2-f67f-4b60-95d0-aa0a7121a079" providerId="ADAL" clId="{0BD1A175-A5B9-4DF1-8D8A-4D968B0FFA11}" dt="2026-03-16T14:27:14.259" v="221" actId="478"/>
          <ac:grpSpMkLst>
            <pc:docMk/>
            <pc:sldMk cId="506015394" sldId="259"/>
            <ac:grpSpMk id="40" creationId="{B9AC840C-677D-BF26-73CA-46C2165E94DC}"/>
          </ac:grpSpMkLst>
        </pc:grpChg>
        <pc:grpChg chg="del">
          <ac:chgData name="Lucas Santos Leandro" userId="0605dfd2-f67f-4b60-95d0-aa0a7121a079" providerId="ADAL" clId="{0BD1A175-A5B9-4DF1-8D8A-4D968B0FFA11}" dt="2026-03-16T14:27:16.117" v="222" actId="478"/>
          <ac:grpSpMkLst>
            <pc:docMk/>
            <pc:sldMk cId="506015394" sldId="259"/>
            <ac:grpSpMk id="56" creationId="{D89A75BB-2255-A550-7E42-27AF2726D78F}"/>
          </ac:grpSpMkLst>
        </pc:grpChg>
        <pc:picChg chg="add del mod">
          <ac:chgData name="Lucas Santos Leandro" userId="0605dfd2-f67f-4b60-95d0-aa0a7121a079" providerId="ADAL" clId="{0BD1A175-A5B9-4DF1-8D8A-4D968B0FFA11}" dt="2026-03-16T14:19:36.034" v="178" actId="478"/>
          <ac:picMkLst>
            <pc:docMk/>
            <pc:sldMk cId="506015394" sldId="259"/>
            <ac:picMk id="5" creationId="{C0C83A79-6C28-C85B-1FDB-BFAA0CE8255D}"/>
          </ac:picMkLst>
        </pc:picChg>
        <pc:picChg chg="add del mod">
          <ac:chgData name="Lucas Santos Leandro" userId="0605dfd2-f67f-4b60-95d0-aa0a7121a079" providerId="ADAL" clId="{0BD1A175-A5B9-4DF1-8D8A-4D968B0FFA11}" dt="2026-03-16T14:20:12.212" v="181" actId="478"/>
          <ac:picMkLst>
            <pc:docMk/>
            <pc:sldMk cId="506015394" sldId="259"/>
            <ac:picMk id="7" creationId="{BDE0FF4E-9AFE-D7C7-2A8A-4060BA4B8BA5}"/>
          </ac:picMkLst>
        </pc:picChg>
        <pc:picChg chg="add mod ord">
          <ac:chgData name="Lucas Santos Leandro" userId="0605dfd2-f67f-4b60-95d0-aa0a7121a079" providerId="ADAL" clId="{0BD1A175-A5B9-4DF1-8D8A-4D968B0FFA11}" dt="2026-03-16T14:21:29.302" v="185"/>
          <ac:picMkLst>
            <pc:docMk/>
            <pc:sldMk cId="506015394" sldId="259"/>
            <ac:picMk id="1026" creationId="{9E3AAF12-B278-0A4C-BC66-0BB023D15790}"/>
          </ac:picMkLst>
        </pc:picChg>
        <pc:inkChg chg="del">
          <ac:chgData name="Lucas Santos Leandro" userId="0605dfd2-f67f-4b60-95d0-aa0a7121a079" providerId="ADAL" clId="{0BD1A175-A5B9-4DF1-8D8A-4D968B0FFA11}" dt="2026-03-16T14:27:18.240" v="223" actId="478"/>
          <ac:inkMkLst>
            <pc:docMk/>
            <pc:sldMk cId="506015394" sldId="259"/>
            <ac:inkMk id="57" creationId="{19BA8302-393C-980B-A8F4-BA1DC8240878}"/>
          </ac:inkMkLst>
        </pc:inkChg>
      </pc:sldChg>
      <pc:sldChg chg="modSp new mod">
        <pc:chgData name="Lucas Santos Leandro" userId="0605dfd2-f67f-4b60-95d0-aa0a7121a079" providerId="ADAL" clId="{0BD1A175-A5B9-4DF1-8D8A-4D968B0FFA11}" dt="2026-03-16T14:32:40.189" v="254" actId="122"/>
        <pc:sldMkLst>
          <pc:docMk/>
          <pc:sldMk cId="3942389268" sldId="260"/>
        </pc:sldMkLst>
        <pc:spChg chg="mod">
          <ac:chgData name="Lucas Santos Leandro" userId="0605dfd2-f67f-4b60-95d0-aa0a7121a079" providerId="ADAL" clId="{0BD1A175-A5B9-4DF1-8D8A-4D968B0FFA11}" dt="2026-03-16T14:32:40.189" v="254" actId="122"/>
          <ac:spMkLst>
            <pc:docMk/>
            <pc:sldMk cId="3942389268" sldId="260"/>
            <ac:spMk id="2" creationId="{E0EC3B95-F112-4924-81EB-C9C6D4002BB3}"/>
          </ac:spMkLst>
        </pc:spChg>
      </pc:sldChg>
      <pc:sldChg chg="modSp mod">
        <pc:chgData name="Lucas Santos Leandro" userId="0605dfd2-f67f-4b60-95d0-aa0a7121a079" providerId="ADAL" clId="{0BD1A175-A5B9-4DF1-8D8A-4D968B0FFA11}" dt="2026-03-16T09:15:37.627" v="129" actId="120"/>
        <pc:sldMkLst>
          <pc:docMk/>
          <pc:sldMk cId="2333712965" sldId="261"/>
        </pc:sldMkLst>
        <pc:spChg chg="mod">
          <ac:chgData name="Lucas Santos Leandro" userId="0605dfd2-f67f-4b60-95d0-aa0a7121a079" providerId="ADAL" clId="{0BD1A175-A5B9-4DF1-8D8A-4D968B0FFA11}" dt="2026-03-16T09:15:37.627" v="129" actId="120"/>
          <ac:spMkLst>
            <pc:docMk/>
            <pc:sldMk cId="2333712965" sldId="261"/>
            <ac:spMk id="2" creationId="{27530EA9-6749-52D1-CC8D-68EDC9690969}"/>
          </ac:spMkLst>
        </pc:spChg>
      </pc:sldChg>
      <pc:sldChg chg="addSp delSp modSp new mod setBg">
        <pc:chgData name="Lucas Santos Leandro" userId="0605dfd2-f67f-4b60-95d0-aa0a7121a079" providerId="ADAL" clId="{0BD1A175-A5B9-4DF1-8D8A-4D968B0FFA11}" dt="2026-03-16T14:51:31.653" v="572" actId="20577"/>
        <pc:sldMkLst>
          <pc:docMk/>
          <pc:sldMk cId="1787426261" sldId="262"/>
        </pc:sldMkLst>
        <pc:spChg chg="mod">
          <ac:chgData name="Lucas Santos Leandro" userId="0605dfd2-f67f-4b60-95d0-aa0a7121a079" providerId="ADAL" clId="{0BD1A175-A5B9-4DF1-8D8A-4D968B0FFA11}" dt="2026-03-16T14:49:17.978" v="433" actId="26606"/>
          <ac:spMkLst>
            <pc:docMk/>
            <pc:sldMk cId="1787426261" sldId="262"/>
            <ac:spMk id="2" creationId="{F4B7D872-EABE-5A57-BD94-DC36C82DD445}"/>
          </ac:spMkLst>
        </pc:spChg>
        <pc:spChg chg="add del mod">
          <ac:chgData name="Lucas Santos Leandro" userId="0605dfd2-f67f-4b60-95d0-aa0a7121a079" providerId="ADAL" clId="{0BD1A175-A5B9-4DF1-8D8A-4D968B0FFA11}" dt="2026-03-16T14:48:53.660" v="429" actId="26606"/>
          <ac:spMkLst>
            <pc:docMk/>
            <pc:sldMk cId="1787426261" sldId="262"/>
            <ac:spMk id="3" creationId="{0EF36F1B-417E-0DC8-87C4-6021028BC959}"/>
          </ac:spMkLst>
        </pc:spChg>
        <pc:spChg chg="add mod ord">
          <ac:chgData name="Lucas Santos Leandro" userId="0605dfd2-f67f-4b60-95d0-aa0a7121a079" providerId="ADAL" clId="{0BD1A175-A5B9-4DF1-8D8A-4D968B0FFA11}" dt="2026-03-16T14:50:03.113" v="439" actId="167"/>
          <ac:spMkLst>
            <pc:docMk/>
            <pc:sldMk cId="1787426261" sldId="262"/>
            <ac:spMk id="4" creationId="{B8D4EEEE-943F-59AE-4133-A99C7395E26F}"/>
          </ac:spMkLst>
        </pc:spChg>
        <pc:spChg chg="add mod">
          <ac:chgData name="Lucas Santos Leandro" userId="0605dfd2-f67f-4b60-95d0-aa0a7121a079" providerId="ADAL" clId="{0BD1A175-A5B9-4DF1-8D8A-4D968B0FFA11}" dt="2026-03-16T14:50:14.032" v="441"/>
          <ac:spMkLst>
            <pc:docMk/>
            <pc:sldMk cId="1787426261" sldId="262"/>
            <ac:spMk id="8" creationId="{30F00D49-4DC4-6129-64AD-9F36CD16FEEB}"/>
          </ac:spMkLst>
        </pc:spChg>
        <pc:spChg chg="add mod">
          <ac:chgData name="Lucas Santos Leandro" userId="0605dfd2-f67f-4b60-95d0-aa0a7121a079" providerId="ADAL" clId="{0BD1A175-A5B9-4DF1-8D8A-4D968B0FFA11}" dt="2026-03-16T14:51:31.653" v="572" actId="20577"/>
          <ac:spMkLst>
            <pc:docMk/>
            <pc:sldMk cId="1787426261" sldId="262"/>
            <ac:spMk id="9" creationId="{79238761-2910-7CC0-F7BF-CDA72BEAF15C}"/>
          </ac:spMkLst>
        </pc:spChg>
        <pc:spChg chg="add del">
          <ac:chgData name="Lucas Santos Leandro" userId="0605dfd2-f67f-4b60-95d0-aa0a7121a079" providerId="ADAL" clId="{0BD1A175-A5B9-4DF1-8D8A-4D968B0FFA11}" dt="2026-03-16T14:49:17.978" v="433" actId="26606"/>
          <ac:spMkLst>
            <pc:docMk/>
            <pc:sldMk cId="1787426261" sldId="262"/>
            <ac:spMk id="11" creationId="{BACC6370-2D7E-4714-9D71-7542949D7D5D}"/>
          </ac:spMkLst>
        </pc:spChg>
        <pc:spChg chg="add del">
          <ac:chgData name="Lucas Santos Leandro" userId="0605dfd2-f67f-4b60-95d0-aa0a7121a079" providerId="ADAL" clId="{0BD1A175-A5B9-4DF1-8D8A-4D968B0FFA11}" dt="2026-03-16T14:49:17.978" v="433" actId="26606"/>
          <ac:spMkLst>
            <pc:docMk/>
            <pc:sldMk cId="1787426261" sldId="262"/>
            <ac:spMk id="13" creationId="{F68B3F68-107C-434F-AA38-110D5EA91B85}"/>
          </ac:spMkLst>
        </pc:spChg>
        <pc:spChg chg="add del">
          <ac:chgData name="Lucas Santos Leandro" userId="0605dfd2-f67f-4b60-95d0-aa0a7121a079" providerId="ADAL" clId="{0BD1A175-A5B9-4DF1-8D8A-4D968B0FFA11}" dt="2026-03-16T14:49:17.978" v="433" actId="26606"/>
          <ac:spMkLst>
            <pc:docMk/>
            <pc:sldMk cId="1787426261" sldId="262"/>
            <ac:spMk id="15" creationId="{AAD0DBB9-1A4B-4391-81D4-CB19F9AB918A}"/>
          </ac:spMkLst>
        </pc:spChg>
        <pc:spChg chg="add del">
          <ac:chgData name="Lucas Santos Leandro" userId="0605dfd2-f67f-4b60-95d0-aa0a7121a079" providerId="ADAL" clId="{0BD1A175-A5B9-4DF1-8D8A-4D968B0FFA11}" dt="2026-03-16T14:49:17.978" v="433" actId="26606"/>
          <ac:spMkLst>
            <pc:docMk/>
            <pc:sldMk cId="1787426261" sldId="262"/>
            <ac:spMk id="17" creationId="{063BBA22-50EA-4C4D-BE05-F1CE4E63AA56}"/>
          </ac:spMkLst>
        </pc:spChg>
        <pc:grpChg chg="add mod">
          <ac:chgData name="Lucas Santos Leandro" userId="0605dfd2-f67f-4b60-95d0-aa0a7121a079" providerId="ADAL" clId="{0BD1A175-A5B9-4DF1-8D8A-4D968B0FFA11}" dt="2026-03-16T14:50:37.606" v="446" actId="1076"/>
          <ac:grpSpMkLst>
            <pc:docMk/>
            <pc:sldMk cId="1787426261" sldId="262"/>
            <ac:grpSpMk id="7" creationId="{04E44D1E-03BD-15E3-7AFB-D22F3B1ED758}"/>
          </ac:grpSpMkLst>
        </pc:grpChg>
        <pc:graphicFrameChg chg="add del">
          <ac:chgData name="Lucas Santos Leandro" userId="0605dfd2-f67f-4b60-95d0-aa0a7121a079" providerId="ADAL" clId="{0BD1A175-A5B9-4DF1-8D8A-4D968B0FFA11}" dt="2026-03-16T14:48:52.342" v="428" actId="26606"/>
          <ac:graphicFrameMkLst>
            <pc:docMk/>
            <pc:sldMk cId="1787426261" sldId="262"/>
            <ac:graphicFrameMk id="5" creationId="{B72BDA4F-D6B9-8A5C-DEC9-3CFDCEDFF970}"/>
          </ac:graphicFrameMkLst>
        </pc:graphicFrameChg>
        <pc:graphicFrameChg chg="add mod modGraphic">
          <ac:chgData name="Lucas Santos Leandro" userId="0605dfd2-f67f-4b60-95d0-aa0a7121a079" providerId="ADAL" clId="{0BD1A175-A5B9-4DF1-8D8A-4D968B0FFA11}" dt="2026-03-16T14:50:08.760" v="440"/>
          <ac:graphicFrameMkLst>
            <pc:docMk/>
            <pc:sldMk cId="1787426261" sldId="262"/>
            <ac:graphicFrameMk id="6" creationId="{1F6E139D-D3A0-98CE-F95F-96FA32AD0E07}"/>
          </ac:graphicFrameMkLst>
        </pc:graphicFrameChg>
      </pc:sldChg>
      <pc:sldChg chg="addSp delSp modSp new mod ord setBg">
        <pc:chgData name="Lucas Santos Leandro" userId="0605dfd2-f67f-4b60-95d0-aa0a7121a079" providerId="ADAL" clId="{0BD1A175-A5B9-4DF1-8D8A-4D968B0FFA11}" dt="2026-03-16T14:36:34.207" v="287"/>
        <pc:sldMkLst>
          <pc:docMk/>
          <pc:sldMk cId="940697554" sldId="263"/>
        </pc:sldMkLst>
        <pc:spChg chg="mod">
          <ac:chgData name="Lucas Santos Leandro" userId="0605dfd2-f67f-4b60-95d0-aa0a7121a079" providerId="ADAL" clId="{0BD1A175-A5B9-4DF1-8D8A-4D968B0FFA11}" dt="2026-03-16T14:36:30.416" v="285" actId="20577"/>
          <ac:spMkLst>
            <pc:docMk/>
            <pc:sldMk cId="940697554" sldId="263"/>
            <ac:spMk id="2" creationId="{EAA8C147-8B5C-43D4-2FED-6DB87C578130}"/>
          </ac:spMkLst>
        </pc:spChg>
        <pc:spChg chg="del mod">
          <ac:chgData name="Lucas Santos Leandro" userId="0605dfd2-f67f-4b60-95d0-aa0a7121a079" providerId="ADAL" clId="{0BD1A175-A5B9-4DF1-8D8A-4D968B0FFA11}" dt="2026-03-16T14:32:31.544" v="252" actId="26606"/>
          <ac:spMkLst>
            <pc:docMk/>
            <pc:sldMk cId="940697554" sldId="263"/>
            <ac:spMk id="3" creationId="{E701DBFB-D0FB-4951-10CE-92048E4B27D4}"/>
          </ac:spMkLst>
        </pc:spChg>
        <pc:spChg chg="add del">
          <ac:chgData name="Lucas Santos Leandro" userId="0605dfd2-f67f-4b60-95d0-aa0a7121a079" providerId="ADAL" clId="{0BD1A175-A5B9-4DF1-8D8A-4D968B0FFA11}" dt="2026-03-16T14:34:41.064" v="259" actId="26606"/>
          <ac:spMkLst>
            <pc:docMk/>
            <pc:sldMk cId="940697554" sldId="263"/>
            <ac:spMk id="10" creationId="{6C4028FD-8BAA-4A19-BFDE-594D991B7552}"/>
          </ac:spMkLst>
        </pc:spChg>
        <pc:spChg chg="add del">
          <ac:chgData name="Lucas Santos Leandro" userId="0605dfd2-f67f-4b60-95d0-aa0a7121a079" providerId="ADAL" clId="{0BD1A175-A5B9-4DF1-8D8A-4D968B0FFA11}" dt="2026-03-16T14:34:31.163" v="257" actId="26606"/>
          <ac:spMkLst>
            <pc:docMk/>
            <pc:sldMk cId="940697554" sldId="263"/>
            <ac:spMk id="13" creationId="{955A2079-FA98-4876-80F0-72364A7D2EA4}"/>
          </ac:spMkLst>
        </pc:spChg>
        <pc:graphicFrameChg chg="add mod modGraphic">
          <ac:chgData name="Lucas Santos Leandro" userId="0605dfd2-f67f-4b60-95d0-aa0a7121a079" providerId="ADAL" clId="{0BD1A175-A5B9-4DF1-8D8A-4D968B0FFA11}" dt="2026-03-16T14:34:41.064" v="259" actId="26606"/>
          <ac:graphicFrameMkLst>
            <pc:docMk/>
            <pc:sldMk cId="940697554" sldId="263"/>
            <ac:graphicFrameMk id="8" creationId="{F5D1F0DA-C632-94C4-DD99-741A7B534AD9}"/>
          </ac:graphicFrameMkLst>
        </pc:graphicFrameChg>
        <pc:inkChg chg="del">
          <ac:chgData name="Lucas Santos Leandro" userId="0605dfd2-f67f-4b60-95d0-aa0a7121a079" providerId="ADAL" clId="{0BD1A175-A5B9-4DF1-8D8A-4D968B0FFA11}" dt="2026-03-16T14:31:02.982" v="237" actId="478"/>
          <ac:inkMkLst>
            <pc:docMk/>
            <pc:sldMk cId="940697554" sldId="263"/>
            <ac:inkMk id="4" creationId="{A3CBF75D-2386-105C-556E-539633B07533}"/>
          </ac:inkMkLst>
        </pc:inkChg>
        <pc:inkChg chg="del">
          <ac:chgData name="Lucas Santos Leandro" userId="0605dfd2-f67f-4b60-95d0-aa0a7121a079" providerId="ADAL" clId="{0BD1A175-A5B9-4DF1-8D8A-4D968B0FFA11}" dt="2026-03-16T14:31:01.059" v="236" actId="478"/>
          <ac:inkMkLst>
            <pc:docMk/>
            <pc:sldMk cId="940697554" sldId="263"/>
            <ac:inkMk id="5" creationId="{F191C64E-0185-9692-BBB7-EFC499B4A221}"/>
          </ac:inkMkLst>
        </pc:inkChg>
        <pc:inkChg chg="del">
          <ac:chgData name="Lucas Santos Leandro" userId="0605dfd2-f67f-4b60-95d0-aa0a7121a079" providerId="ADAL" clId="{0BD1A175-A5B9-4DF1-8D8A-4D968B0FFA11}" dt="2026-03-16T14:31:04.543" v="238" actId="478"/>
          <ac:inkMkLst>
            <pc:docMk/>
            <pc:sldMk cId="940697554" sldId="263"/>
            <ac:inkMk id="6" creationId="{6EB54EF5-0053-3683-E3D0-5E591F9ACA54}"/>
          </ac:inkMkLst>
        </pc:inkChg>
        <pc:inkChg chg="del">
          <ac:chgData name="Lucas Santos Leandro" userId="0605dfd2-f67f-4b60-95d0-aa0a7121a079" providerId="ADAL" clId="{0BD1A175-A5B9-4DF1-8D8A-4D968B0FFA11}" dt="2026-03-16T14:31:05.102" v="239" actId="478"/>
          <ac:inkMkLst>
            <pc:docMk/>
            <pc:sldMk cId="940697554" sldId="263"/>
            <ac:inkMk id="7" creationId="{27A55413-A3F0-FD98-51F4-B1530FF17881}"/>
          </ac:inkMkLst>
        </pc:inkChg>
      </pc:sldChg>
      <pc:sldChg chg="modSp new del mod">
        <pc:chgData name="Lucas Santos Leandro" userId="0605dfd2-f67f-4b60-95d0-aa0a7121a079" providerId="ADAL" clId="{0BD1A175-A5B9-4DF1-8D8A-4D968B0FFA11}" dt="2026-03-16T14:51:45.689" v="573" actId="2696"/>
        <pc:sldMkLst>
          <pc:docMk/>
          <pc:sldMk cId="4250767071" sldId="264"/>
        </pc:sldMkLst>
        <pc:spChg chg="mod">
          <ac:chgData name="Lucas Santos Leandro" userId="0605dfd2-f67f-4b60-95d0-aa0a7121a079" providerId="ADAL" clId="{0BD1A175-A5B9-4DF1-8D8A-4D968B0FFA11}" dt="2026-03-16T14:45:01.070" v="415" actId="122"/>
          <ac:spMkLst>
            <pc:docMk/>
            <pc:sldMk cId="4250767071" sldId="264"/>
            <ac:spMk id="2" creationId="{0AB24928-1D7C-49FD-A366-E54806E3D897}"/>
          </ac:spMkLst>
        </pc:spChg>
        <pc:spChg chg="mod">
          <ac:chgData name="Lucas Santos Leandro" userId="0605dfd2-f67f-4b60-95d0-aa0a7121a079" providerId="ADAL" clId="{0BD1A175-A5B9-4DF1-8D8A-4D968B0FFA11}" dt="2026-03-16T14:47:04.196" v="426" actId="20577"/>
          <ac:spMkLst>
            <pc:docMk/>
            <pc:sldMk cId="4250767071" sldId="264"/>
            <ac:spMk id="3" creationId="{F71C8352-948C-EAF5-F4FE-B6A12E61719F}"/>
          </ac:spMkLst>
        </pc:spChg>
      </pc:sldChg>
      <pc:sldChg chg="addSp delSp modSp new mod">
        <pc:chgData name="Lucas Santos Leandro" userId="0605dfd2-f67f-4b60-95d0-aa0a7121a079" providerId="ADAL" clId="{0BD1A175-A5B9-4DF1-8D8A-4D968B0FFA11}" dt="2026-03-16T15:03:13.712" v="615" actId="122"/>
        <pc:sldMkLst>
          <pc:docMk/>
          <pc:sldMk cId="2370203106" sldId="265"/>
        </pc:sldMkLst>
        <pc:spChg chg="mod">
          <ac:chgData name="Lucas Santos Leandro" userId="0605dfd2-f67f-4b60-95d0-aa0a7121a079" providerId="ADAL" clId="{0BD1A175-A5B9-4DF1-8D8A-4D968B0FFA11}" dt="2026-03-16T14:45:09.247" v="416" actId="115"/>
          <ac:spMkLst>
            <pc:docMk/>
            <pc:sldMk cId="2370203106" sldId="265"/>
            <ac:spMk id="2" creationId="{991DF873-154E-1107-3B30-F012AF78D6CE}"/>
          </ac:spMkLst>
        </pc:spChg>
        <pc:spChg chg="add del mod">
          <ac:chgData name="Lucas Santos Leandro" userId="0605dfd2-f67f-4b60-95d0-aa0a7121a079" providerId="ADAL" clId="{0BD1A175-A5B9-4DF1-8D8A-4D968B0FFA11}" dt="2026-03-16T15:03:13.712" v="615" actId="122"/>
          <ac:spMkLst>
            <pc:docMk/>
            <pc:sldMk cId="2370203106" sldId="265"/>
            <ac:spMk id="5" creationId="{80E66FF3-A71B-A782-7C4A-08950C73AA71}"/>
          </ac:spMkLst>
        </pc:spChg>
        <pc:spChg chg="add mod">
          <ac:chgData name="Lucas Santos Leandro" userId="0605dfd2-f67f-4b60-95d0-aa0a7121a079" providerId="ADAL" clId="{0BD1A175-A5B9-4DF1-8D8A-4D968B0FFA11}" dt="2026-03-16T14:58:48.878" v="577"/>
          <ac:spMkLst>
            <pc:docMk/>
            <pc:sldMk cId="2370203106" sldId="265"/>
            <ac:spMk id="6" creationId="{29D82FEF-358F-9ED1-192A-C93B7913E57A}"/>
          </ac:spMkLst>
        </pc:spChg>
      </pc:sldChg>
    </pc:docChg>
  </pc:docChgLst>
  <pc:docChgLst>
    <pc:chgData name="Oleksii Kamarali" userId="de8324e2-fdf7-4792-9275-2e8816b9f59b" providerId="ADAL" clId="{C0799EF4-FEE2-49D6-9381-FB1629B3C905}"/>
    <pc:docChg chg="undo custSel addSld delSld modSld sldOrd">
      <pc:chgData name="Oleksii Kamarali" userId="de8324e2-fdf7-4792-9275-2e8816b9f59b" providerId="ADAL" clId="{C0799EF4-FEE2-49D6-9381-FB1629B3C905}" dt="2026-03-16T15:07:08.768" v="156" actId="20577"/>
      <pc:docMkLst>
        <pc:docMk/>
      </pc:docMkLst>
      <pc:sldChg chg="modSp mod">
        <pc:chgData name="Oleksii Kamarali" userId="de8324e2-fdf7-4792-9275-2e8816b9f59b" providerId="ADAL" clId="{C0799EF4-FEE2-49D6-9381-FB1629B3C905}" dt="2026-03-16T14:10:17.638" v="81" actId="20577"/>
        <pc:sldMkLst>
          <pc:docMk/>
          <pc:sldMk cId="1760741132" sldId="257"/>
        </pc:sldMkLst>
        <pc:spChg chg="mod">
          <ac:chgData name="Oleksii Kamarali" userId="de8324e2-fdf7-4792-9275-2e8816b9f59b" providerId="ADAL" clId="{C0799EF4-FEE2-49D6-9381-FB1629B3C905}" dt="2026-03-16T14:10:17.638" v="81" actId="20577"/>
          <ac:spMkLst>
            <pc:docMk/>
            <pc:sldMk cId="1760741132" sldId="257"/>
            <ac:spMk id="3" creationId="{25B6DD9B-14CC-5F80-99AE-B086C7FF86A8}"/>
          </ac:spMkLst>
        </pc:spChg>
      </pc:sldChg>
      <pc:sldChg chg="addSp delSp modSp new mod ord setBg">
        <pc:chgData name="Oleksii Kamarali" userId="de8324e2-fdf7-4792-9275-2e8816b9f59b" providerId="ADAL" clId="{C0799EF4-FEE2-49D6-9381-FB1629B3C905}" dt="2026-03-16T14:10:31.829" v="85"/>
        <pc:sldMkLst>
          <pc:docMk/>
          <pc:sldMk cId="313293860" sldId="258"/>
        </pc:sldMkLst>
        <pc:spChg chg="mod ord">
          <ac:chgData name="Oleksii Kamarali" userId="de8324e2-fdf7-4792-9275-2e8816b9f59b" providerId="ADAL" clId="{C0799EF4-FEE2-49D6-9381-FB1629B3C905}" dt="2026-03-16T08:26:10.426" v="58" actId="255"/>
          <ac:spMkLst>
            <pc:docMk/>
            <pc:sldMk cId="313293860" sldId="258"/>
            <ac:spMk id="2" creationId="{2F579816-04D3-A856-0D33-D70A9550C746}"/>
          </ac:spMkLst>
        </pc:spChg>
        <pc:spChg chg="add del mod">
          <ac:chgData name="Oleksii Kamarali" userId="de8324e2-fdf7-4792-9275-2e8816b9f59b" providerId="ADAL" clId="{C0799EF4-FEE2-49D6-9381-FB1629B3C905}" dt="2026-03-16T08:22:22.411" v="46" actId="26606"/>
          <ac:spMkLst>
            <pc:docMk/>
            <pc:sldMk cId="313293860" sldId="258"/>
            <ac:spMk id="3" creationId="{BB24070D-FBC7-5757-BCC9-E3D876C78061}"/>
          </ac:spMkLst>
        </pc:spChg>
        <pc:spChg chg="add del">
          <ac:chgData name="Oleksii Kamarali" userId="de8324e2-fdf7-4792-9275-2e8816b9f59b" providerId="ADAL" clId="{C0799EF4-FEE2-49D6-9381-FB1629B3C905}" dt="2026-03-16T08:22:09.815" v="41" actId="26606"/>
          <ac:spMkLst>
            <pc:docMk/>
            <pc:sldMk cId="313293860" sldId="258"/>
            <ac:spMk id="1031" creationId="{9AA72BD9-2C5A-4EDC-931F-5AA08EACA0F3}"/>
          </ac:spMkLst>
        </pc:spChg>
        <pc:spChg chg="add del">
          <ac:chgData name="Oleksii Kamarali" userId="de8324e2-fdf7-4792-9275-2e8816b9f59b" providerId="ADAL" clId="{C0799EF4-FEE2-49D6-9381-FB1629B3C905}" dt="2026-03-16T08:22:09.815" v="41" actId="26606"/>
          <ac:spMkLst>
            <pc:docMk/>
            <pc:sldMk cId="313293860" sldId="258"/>
            <ac:spMk id="1033" creationId="{DD3981AC-7B61-4947-BCF3-F7AA7FA385B9}"/>
          </ac:spMkLst>
        </pc:spChg>
        <pc:spChg chg="add del">
          <ac:chgData name="Oleksii Kamarali" userId="de8324e2-fdf7-4792-9275-2e8816b9f59b" providerId="ADAL" clId="{C0799EF4-FEE2-49D6-9381-FB1629B3C905}" dt="2026-03-16T08:22:09.815" v="41" actId="26606"/>
          <ac:spMkLst>
            <pc:docMk/>
            <pc:sldMk cId="313293860" sldId="258"/>
            <ac:spMk id="1035" creationId="{55D4142C-5077-457F-A6AD-3FECFDB39685}"/>
          </ac:spMkLst>
        </pc:spChg>
        <pc:spChg chg="add del">
          <ac:chgData name="Oleksii Kamarali" userId="de8324e2-fdf7-4792-9275-2e8816b9f59b" providerId="ADAL" clId="{C0799EF4-FEE2-49D6-9381-FB1629B3C905}" dt="2026-03-16T08:22:09.815" v="41" actId="26606"/>
          <ac:spMkLst>
            <pc:docMk/>
            <pc:sldMk cId="313293860" sldId="258"/>
            <ac:spMk id="1037" creationId="{7A5F0580-5EE9-419F-96EE-B6529EF6E7D0}"/>
          </ac:spMkLst>
        </pc:spChg>
        <pc:spChg chg="add del">
          <ac:chgData name="Oleksii Kamarali" userId="de8324e2-fdf7-4792-9275-2e8816b9f59b" providerId="ADAL" clId="{C0799EF4-FEE2-49D6-9381-FB1629B3C905}" dt="2026-03-16T08:22:17.098" v="43" actId="26606"/>
          <ac:spMkLst>
            <pc:docMk/>
            <pc:sldMk cId="313293860" sldId="258"/>
            <ac:spMk id="1039" creationId="{37C89E4B-3C9F-44B9-8B86-D9E3D112D8EC}"/>
          </ac:spMkLst>
        </pc:spChg>
        <pc:spChg chg="add del">
          <ac:chgData name="Oleksii Kamarali" userId="de8324e2-fdf7-4792-9275-2e8816b9f59b" providerId="ADAL" clId="{C0799EF4-FEE2-49D6-9381-FB1629B3C905}" dt="2026-03-16T08:22:22.400" v="45" actId="26606"/>
          <ac:spMkLst>
            <pc:docMk/>
            <pc:sldMk cId="313293860" sldId="258"/>
            <ac:spMk id="1043" creationId="{522A94E1-AEBD-4286-BFF8-0711E4CD3E3B}"/>
          </ac:spMkLst>
        </pc:spChg>
        <pc:spChg chg="add">
          <ac:chgData name="Oleksii Kamarali" userId="de8324e2-fdf7-4792-9275-2e8816b9f59b" providerId="ADAL" clId="{C0799EF4-FEE2-49D6-9381-FB1629B3C905}" dt="2026-03-16T08:22:22.411" v="46" actId="26606"/>
          <ac:spMkLst>
            <pc:docMk/>
            <pc:sldMk cId="313293860" sldId="258"/>
            <ac:spMk id="1045" creationId="{96CF2A2B-0745-440C-9224-C5C6A0A4286F}"/>
          </ac:spMkLst>
        </pc:spChg>
        <pc:spChg chg="add">
          <ac:chgData name="Oleksii Kamarali" userId="de8324e2-fdf7-4792-9275-2e8816b9f59b" providerId="ADAL" clId="{C0799EF4-FEE2-49D6-9381-FB1629B3C905}" dt="2026-03-16T08:22:22.411" v="46" actId="26606"/>
          <ac:spMkLst>
            <pc:docMk/>
            <pc:sldMk cId="313293860" sldId="258"/>
            <ac:spMk id="1046" creationId="{75BE6D6B-84C9-4D2B-97EB-773B7369EF82}"/>
          </ac:spMkLst>
        </pc:spChg>
        <pc:spChg chg="add mod">
          <ac:chgData name="Oleksii Kamarali" userId="de8324e2-fdf7-4792-9275-2e8816b9f59b" providerId="ADAL" clId="{C0799EF4-FEE2-49D6-9381-FB1629B3C905}" dt="2026-03-16T08:27:52.286" v="70" actId="14100"/>
          <ac:spMkLst>
            <pc:docMk/>
            <pc:sldMk cId="313293860" sldId="258"/>
            <ac:spMk id="1047" creationId="{BB24070D-FBC7-5757-BCC9-E3D876C78061}"/>
          </ac:spMkLst>
        </pc:spChg>
        <pc:picChg chg="add mod ord">
          <ac:chgData name="Oleksii Kamarali" userId="de8324e2-fdf7-4792-9275-2e8816b9f59b" providerId="ADAL" clId="{C0799EF4-FEE2-49D6-9381-FB1629B3C905}" dt="2026-03-16T08:27:43.778" v="69"/>
          <ac:picMkLst>
            <pc:docMk/>
            <pc:sldMk cId="313293860" sldId="258"/>
            <ac:picMk id="1026" creationId="{6C046BAE-91C8-EE8A-1004-A63F5049BA8D}"/>
          </ac:picMkLst>
        </pc:picChg>
        <pc:cxnChg chg="add del">
          <ac:chgData name="Oleksii Kamarali" userId="de8324e2-fdf7-4792-9275-2e8816b9f59b" providerId="ADAL" clId="{C0799EF4-FEE2-49D6-9381-FB1629B3C905}" dt="2026-03-16T08:22:17.098" v="43" actId="26606"/>
          <ac:cxnSpMkLst>
            <pc:docMk/>
            <pc:sldMk cId="313293860" sldId="258"/>
            <ac:cxnSpMk id="1040" creationId="{AA2EAA10-076F-46BD-8F0F-B9A2FB77A85C}"/>
          </ac:cxnSpMkLst>
        </pc:cxnChg>
        <pc:cxnChg chg="add del">
          <ac:chgData name="Oleksii Kamarali" userId="de8324e2-fdf7-4792-9275-2e8816b9f59b" providerId="ADAL" clId="{C0799EF4-FEE2-49D6-9381-FB1629B3C905}" dt="2026-03-16T08:22:17.098" v="43" actId="26606"/>
          <ac:cxnSpMkLst>
            <pc:docMk/>
            <pc:sldMk cId="313293860" sldId="258"/>
            <ac:cxnSpMk id="1041" creationId="{D891E407-403B-4764-86C9-33A56D3BCAA3}"/>
          </ac:cxnSpMkLst>
        </pc:cxnChg>
      </pc:sldChg>
      <pc:sldChg chg="modSp mod">
        <pc:chgData name="Oleksii Kamarali" userId="de8324e2-fdf7-4792-9275-2e8816b9f59b" providerId="ADAL" clId="{C0799EF4-FEE2-49D6-9381-FB1629B3C905}" dt="2026-03-16T14:41:03.229" v="147" actId="20577"/>
        <pc:sldMkLst>
          <pc:docMk/>
          <pc:sldMk cId="4250767071" sldId="264"/>
        </pc:sldMkLst>
        <pc:spChg chg="mod">
          <ac:chgData name="Oleksii Kamarali" userId="de8324e2-fdf7-4792-9275-2e8816b9f59b" providerId="ADAL" clId="{C0799EF4-FEE2-49D6-9381-FB1629B3C905}" dt="2026-03-16T14:41:03.229" v="147" actId="20577"/>
          <ac:spMkLst>
            <pc:docMk/>
            <pc:sldMk cId="4250767071" sldId="264"/>
            <ac:spMk id="3" creationId="{F71C8352-948C-EAF5-F4FE-B6A12E61719F}"/>
          </ac:spMkLst>
        </pc:spChg>
      </pc:sldChg>
      <pc:sldChg chg="addSp delSp modSp mod setBg modNotesTx">
        <pc:chgData name="Oleksii Kamarali" userId="de8324e2-fdf7-4792-9275-2e8816b9f59b" providerId="ADAL" clId="{C0799EF4-FEE2-49D6-9381-FB1629B3C905}" dt="2026-03-16T15:07:08.768" v="156" actId="20577"/>
        <pc:sldMkLst>
          <pc:docMk/>
          <pc:sldMk cId="2370203106" sldId="265"/>
        </pc:sldMkLst>
        <pc:spChg chg="mod ord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2" creationId="{991DF873-154E-1107-3B30-F012AF78D6CE}"/>
          </ac:spMkLst>
        </pc:spChg>
        <pc:spChg chg="del mod">
          <ac:chgData name="Oleksii Kamarali" userId="de8324e2-fdf7-4792-9275-2e8816b9f59b" providerId="ADAL" clId="{C0799EF4-FEE2-49D6-9381-FB1629B3C905}" dt="2026-03-16T14:25:32.042" v="88"/>
          <ac:spMkLst>
            <pc:docMk/>
            <pc:sldMk cId="2370203106" sldId="265"/>
            <ac:spMk id="3" creationId="{F79BA47D-420B-1D76-3413-A9705D6CF39D}"/>
          </ac:spMkLst>
        </pc:spChg>
        <pc:spChg chg="add del mod">
          <ac:chgData name="Oleksii Kamarali" userId="de8324e2-fdf7-4792-9275-2e8816b9f59b" providerId="ADAL" clId="{C0799EF4-FEE2-49D6-9381-FB1629B3C905}" dt="2026-03-16T14:28:43.238" v="95" actId="478"/>
          <ac:spMkLst>
            <pc:docMk/>
            <pc:sldMk cId="2370203106" sldId="265"/>
            <ac:spMk id="4" creationId="{C26834D9-49F0-1BFB-3E6F-257338E6A982}"/>
          </ac:spMkLst>
        </pc:spChg>
        <pc:spChg chg="add mod">
          <ac:chgData name="Oleksii Kamarali" userId="de8324e2-fdf7-4792-9275-2e8816b9f59b" providerId="ADAL" clId="{C0799EF4-FEE2-49D6-9381-FB1629B3C905}" dt="2026-03-16T14:31:16.942" v="121" actId="14100"/>
          <ac:spMkLst>
            <pc:docMk/>
            <pc:sldMk cId="2370203106" sldId="265"/>
            <ac:spMk id="5" creationId="{80E66FF3-A71B-A782-7C4A-08950C73AA71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7" creationId="{6F5A5072-7B47-4D32-B52A-4EBBF590B8A5}"/>
          </ac:spMkLst>
        </pc:spChg>
        <pc:spChg chg="add del">
          <ac:chgData name="Oleksii Kamarali" userId="de8324e2-fdf7-4792-9275-2e8816b9f59b" providerId="ADAL" clId="{C0799EF4-FEE2-49D6-9381-FB1629B3C905}" dt="2026-03-16T14:19:33.651" v="87" actId="26606"/>
          <ac:spMkLst>
            <pc:docMk/>
            <pc:sldMk cId="2370203106" sldId="265"/>
            <ac:spMk id="8" creationId="{A7AE9375-4664-4DB2-922D-2782A6E439AC}"/>
          </ac:spMkLst>
        </pc:spChg>
        <pc:spChg chg="add">
          <ac:chgData name="Oleksii Kamarali" userId="de8324e2-fdf7-4792-9275-2e8816b9f59b" providerId="ADAL" clId="{C0799EF4-FEE2-49D6-9381-FB1629B3C905}" dt="2026-03-16T14:28:47.544" v="96" actId="26606"/>
          <ac:spMkLst>
            <pc:docMk/>
            <pc:sldMk cId="2370203106" sldId="265"/>
            <ac:spMk id="9" creationId="{9715DAF0-AE1B-46C9-8A6B-DB2AA05AB91D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1" creationId="{6016219D-510E-4184-9090-6D5578A87BD1}"/>
          </ac:spMkLst>
        </pc:spChg>
        <pc:spChg chg="add del">
          <ac:chgData name="Oleksii Kamarali" userId="de8324e2-fdf7-4792-9275-2e8816b9f59b" providerId="ADAL" clId="{C0799EF4-FEE2-49D6-9381-FB1629B3C905}" dt="2026-03-16T14:19:33.651" v="87" actId="26606"/>
          <ac:spMkLst>
            <pc:docMk/>
            <pc:sldMk cId="2370203106" sldId="265"/>
            <ac:spMk id="12" creationId="{9DD005C1-8C51-42D6-9BEE-B9B83849743D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3" creationId="{AFF4A713-7B75-4B21-90D7-5AB19547C728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5" creationId="{DC631C0B-6DA6-4E57-8231-CE32B3434A7E}"/>
          </ac:spMkLst>
        </pc:spChg>
        <pc:spChg chg="add">
          <ac:chgData name="Oleksii Kamarali" userId="de8324e2-fdf7-4792-9275-2e8816b9f59b" providerId="ADAL" clId="{C0799EF4-FEE2-49D6-9381-FB1629B3C905}" dt="2026-03-16T14:28:47.544" v="96" actId="26606"/>
          <ac:spMkLst>
            <pc:docMk/>
            <pc:sldMk cId="2370203106" sldId="265"/>
            <ac:spMk id="17" creationId="{C29501E6-A978-4A61-9689-9085AF97A53A}"/>
          </ac:spMkLst>
        </pc:spChg>
        <pc:spChg chg="add del">
          <ac:chgData name="Oleksii Kamarali" userId="de8324e2-fdf7-4792-9275-2e8816b9f59b" providerId="ADAL" clId="{C0799EF4-FEE2-49D6-9381-FB1629B3C905}" dt="2026-03-16T14:26:04.260" v="93" actId="26606"/>
          <ac:spMkLst>
            <pc:docMk/>
            <pc:sldMk cId="2370203106" sldId="265"/>
            <ac:spMk id="1030" creationId="{7BAC9077-639E-77BA-08B9-674FAF0D40E3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031" creationId="{73BCEA90-F7D5-4EC1-9BE2-5A49A20F4B1D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032" creationId="{9848F91B-FA65-4A06-A177-8CCF7EBC8631}"/>
          </ac:spMkLst>
        </pc:spChg>
        <pc:spChg chg="add del">
          <ac:chgData name="Oleksii Kamarali" userId="de8324e2-fdf7-4792-9275-2e8816b9f59b" providerId="ADAL" clId="{C0799EF4-FEE2-49D6-9381-FB1629B3C905}" dt="2026-03-16T14:26:04.260" v="93" actId="26606"/>
          <ac:spMkLst>
            <pc:docMk/>
            <pc:sldMk cId="2370203106" sldId="265"/>
            <ac:spMk id="1033" creationId="{913AE63C-D5B4-45D1-ACFC-648CFFCF9805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036" creationId="{D98779F6-5395-4B82-BDCB-4ADF6A5BB9E5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037" creationId="{2CF7CF5F-D747-47B3-80B1-8392750446C6}"/>
          </ac:spMkLst>
        </pc:spChg>
        <pc:spChg chg="add del">
          <ac:chgData name="Oleksii Kamarali" userId="de8324e2-fdf7-4792-9275-2e8816b9f59b" providerId="ADAL" clId="{C0799EF4-FEE2-49D6-9381-FB1629B3C905}" dt="2026-03-16T14:26:04.260" v="93" actId="26606"/>
          <ac:spMkLst>
            <pc:docMk/>
            <pc:sldMk cId="2370203106" sldId="265"/>
            <ac:spMk id="1039" creationId="{BF9E7B5D-88C3-4C36-A22E-93AA384BA7B1}"/>
          </ac:spMkLst>
        </pc:spChg>
        <pc:spChg chg="add del">
          <ac:chgData name="Oleksii Kamarali" userId="de8324e2-fdf7-4792-9275-2e8816b9f59b" providerId="ADAL" clId="{C0799EF4-FEE2-49D6-9381-FB1629B3C905}" dt="2026-03-16T14:48:12.283" v="154" actId="26606"/>
          <ac:spMkLst>
            <pc:docMk/>
            <pc:sldMk cId="2370203106" sldId="265"/>
            <ac:spMk id="1045" creationId="{C70191CD-D48F-4F7A-8077-0380603A29E2}"/>
          </ac:spMkLst>
        </pc:spChg>
        <pc:grpChg chg="add del">
          <ac:chgData name="Oleksii Kamarali" userId="de8324e2-fdf7-4792-9275-2e8816b9f59b" providerId="ADAL" clId="{C0799EF4-FEE2-49D6-9381-FB1629B3C905}" dt="2026-03-16T14:26:04.260" v="93" actId="26606"/>
          <ac:grpSpMkLst>
            <pc:docMk/>
            <pc:sldMk cId="2370203106" sldId="265"/>
            <ac:grpSpMk id="1035" creationId="{6DCEF60B-EF3F-4A5E-BDC6-A2D840B90F2E}"/>
          </ac:grpSpMkLst>
        </pc:grpChg>
        <pc:grpChg chg="add del">
          <ac:chgData name="Oleksii Kamarali" userId="de8324e2-fdf7-4792-9275-2e8816b9f59b" providerId="ADAL" clId="{C0799EF4-FEE2-49D6-9381-FB1629B3C905}" dt="2026-03-16T14:26:04.260" v="93" actId="26606"/>
          <ac:grpSpMkLst>
            <pc:docMk/>
            <pc:sldMk cId="2370203106" sldId="265"/>
            <ac:grpSpMk id="1041" creationId="{E27AF472-EAE3-4572-AB69-B92BD10DBC6D}"/>
          </ac:grpSpMkLst>
        </pc:grpChg>
        <pc:picChg chg="add del mod">
          <ac:chgData name="Oleksii Kamarali" userId="de8324e2-fdf7-4792-9275-2e8816b9f59b" providerId="ADAL" clId="{C0799EF4-FEE2-49D6-9381-FB1629B3C905}" dt="2026-03-16T14:26:08.516" v="94" actId="478"/>
          <ac:picMkLst>
            <pc:docMk/>
            <pc:sldMk cId="2370203106" sldId="265"/>
            <ac:picMk id="1026" creationId="{D2A2AD62-59DA-7A0C-D1C4-53BA48B73473}"/>
          </ac:picMkLst>
        </pc:picChg>
        <pc:picChg chg="add del mod">
          <ac:chgData name="Oleksii Kamarali" userId="de8324e2-fdf7-4792-9275-2e8816b9f59b" providerId="ADAL" clId="{C0799EF4-FEE2-49D6-9381-FB1629B3C905}" dt="2026-03-16T14:48:15.751" v="155" actId="478"/>
          <ac:picMkLst>
            <pc:docMk/>
            <pc:sldMk cId="2370203106" sldId="265"/>
            <ac:picMk id="1028" creationId="{CC46958E-98FA-BEC3-204B-77D5B6AA2F59}"/>
          </ac:picMkLst>
        </pc:picChg>
        <pc:cxnChg chg="add del">
          <ac:chgData name="Oleksii Kamarali" userId="de8324e2-fdf7-4792-9275-2e8816b9f59b" providerId="ADAL" clId="{C0799EF4-FEE2-49D6-9381-FB1629B3C905}" dt="2026-03-16T14:19:33.651" v="87" actId="26606"/>
          <ac:cxnSpMkLst>
            <pc:docMk/>
            <pc:sldMk cId="2370203106" sldId="265"/>
            <ac:cxnSpMk id="10" creationId="{EE504C98-6397-41C1-A8D8-2D9C4ED307E0}"/>
          </ac:cxnSpMkLst>
        </pc:cxnChg>
      </pc:sldChg>
      <pc:sldChg chg="addSp delSp new del mod">
        <pc:chgData name="Oleksii Kamarali" userId="de8324e2-fdf7-4792-9275-2e8816b9f59b" providerId="ADAL" clId="{C0799EF4-FEE2-49D6-9381-FB1629B3C905}" dt="2026-03-16T14:46:24.407" v="151" actId="680"/>
        <pc:sldMkLst>
          <pc:docMk/>
          <pc:sldMk cId="4287014719" sldId="266"/>
        </pc:sldMkLst>
        <pc:picChg chg="add del">
          <ac:chgData name="Oleksii Kamarali" userId="de8324e2-fdf7-4792-9275-2e8816b9f59b" providerId="ADAL" clId="{C0799EF4-FEE2-49D6-9381-FB1629B3C905}" dt="2026-03-16T14:46:24.071" v="150" actId="22"/>
          <ac:picMkLst>
            <pc:docMk/>
            <pc:sldMk cId="4287014719" sldId="266"/>
            <ac:picMk id="5" creationId="{674C8B4B-6261-43B9-6078-3DB18853C8A7}"/>
          </ac:picMkLst>
        </pc:picChg>
      </pc:sldChg>
    </pc:docChg>
  </pc:docChgLst>
  <pc:docChgLst>
    <pc:chgData name="Dylan Pinto Davide" userId="6a681bae-764f-48de-b341-59cd27edd092" providerId="ADAL" clId="{D8E87E9A-7E9D-4E85-B3B4-E705950A12B6}"/>
    <pc:docChg chg="modSld">
      <pc:chgData name="Dylan Pinto Davide" userId="6a681bae-764f-48de-b341-59cd27edd092" providerId="ADAL" clId="{D8E87E9A-7E9D-4E85-B3B4-E705950A12B6}" dt="2026-03-16T14:30:41.252" v="17" actId="9405"/>
      <pc:docMkLst>
        <pc:docMk/>
      </pc:docMkLst>
      <pc:sldChg chg="addSp delSp modSp mod">
        <pc:chgData name="Dylan Pinto Davide" userId="6a681bae-764f-48de-b341-59cd27edd092" providerId="ADAL" clId="{D8E87E9A-7E9D-4E85-B3B4-E705950A12B6}" dt="2026-03-16T14:27:50.559" v="13"/>
        <pc:sldMkLst>
          <pc:docMk/>
          <pc:sldMk cId="506015394" sldId="259"/>
        </pc:sldMkLst>
        <pc:grpChg chg="del mod">
          <ac:chgData name="Dylan Pinto Davide" userId="6a681bae-764f-48de-b341-59cd27edd092" providerId="ADAL" clId="{D8E87E9A-7E9D-4E85-B3B4-E705950A12B6}" dt="2026-03-16T14:26:25.082" v="8"/>
          <ac:grpSpMkLst>
            <pc:docMk/>
            <pc:sldMk cId="506015394" sldId="259"/>
            <ac:grpSpMk id="13" creationId="{A5BB75CA-8EFB-ACB3-8588-9735166C3427}"/>
          </ac:grpSpMkLst>
        </pc:grpChg>
        <pc:grpChg chg="mod">
          <ac:chgData name="Dylan Pinto Davide" userId="6a681bae-764f-48de-b341-59cd27edd092" providerId="ADAL" clId="{D8E87E9A-7E9D-4E85-B3B4-E705950A12B6}" dt="2026-03-16T14:26:25.082" v="8"/>
          <ac:grpSpMkLst>
            <pc:docMk/>
            <pc:sldMk cId="506015394" sldId="259"/>
            <ac:grpSpMk id="15" creationId="{B5F31FFA-4399-18F5-5904-A4D3D40C990F}"/>
          </ac:grpSpMkLst>
        </pc:grpChg>
        <pc:grpChg chg="mod">
          <ac:chgData name="Dylan Pinto Davide" userId="6a681bae-764f-48de-b341-59cd27edd092" providerId="ADAL" clId="{D8E87E9A-7E9D-4E85-B3B4-E705950A12B6}" dt="2026-03-16T14:27:50.559" v="13"/>
          <ac:grpSpMkLst>
            <pc:docMk/>
            <pc:sldMk cId="506015394" sldId="259"/>
            <ac:grpSpMk id="27" creationId="{FC9DD356-91A9-C093-E50D-A5F6DE267DD1}"/>
          </ac:grpSpMkLst>
        </pc:grpChg>
        <pc:grpChg chg="mod">
          <ac:chgData name="Dylan Pinto Davide" userId="6a681bae-764f-48de-b341-59cd27edd092" providerId="ADAL" clId="{D8E87E9A-7E9D-4E85-B3B4-E705950A12B6}" dt="2026-03-16T14:25:05.031" v="3"/>
          <ac:grpSpMkLst>
            <pc:docMk/>
            <pc:sldMk cId="506015394" sldId="259"/>
            <ac:grpSpMk id="40" creationId="{B9AC840C-677D-BF26-73CA-46C2165E94DC}"/>
          </ac:grpSpMkLst>
        </pc:grpChg>
        <pc:inkChg chg="add mod">
          <ac:chgData name="Dylan Pinto Davide" userId="6a681bae-764f-48de-b341-59cd27edd092" providerId="ADAL" clId="{D8E87E9A-7E9D-4E85-B3B4-E705950A12B6}" dt="2026-03-16T14:26:25.082" v="8"/>
          <ac:inkMkLst>
            <pc:docMk/>
            <pc:sldMk cId="506015394" sldId="259"/>
            <ac:inkMk id="11" creationId="{F9EAE66A-66F2-091C-3AC5-F89938FE6865}"/>
          </ac:inkMkLst>
        </pc:inkChg>
        <pc:inkChg chg="add mod">
          <ac:chgData name="Dylan Pinto Davide" userId="6a681bae-764f-48de-b341-59cd27edd092" providerId="ADAL" clId="{D8E87E9A-7E9D-4E85-B3B4-E705950A12B6}" dt="2026-03-16T14:26:25.082" v="8"/>
          <ac:inkMkLst>
            <pc:docMk/>
            <pc:sldMk cId="506015394" sldId="259"/>
            <ac:inkMk id="12" creationId="{56CD4534-C01C-2F64-1F72-6821BECDCDA0}"/>
          </ac:inkMkLst>
        </pc:inkChg>
        <pc:inkChg chg="add mod">
          <ac:chgData name="Dylan Pinto Davide" userId="6a681bae-764f-48de-b341-59cd27edd092" providerId="ADAL" clId="{D8E87E9A-7E9D-4E85-B3B4-E705950A12B6}" dt="2026-03-16T14:26:25.082" v="8"/>
          <ac:inkMkLst>
            <pc:docMk/>
            <pc:sldMk cId="506015394" sldId="259"/>
            <ac:inkMk id="14" creationId="{6DABA873-FF41-518B-DEB3-D5B1B0359A82}"/>
          </ac:inkMkLst>
        </pc:inkChg>
        <pc:inkChg chg="add mod">
          <ac:chgData name="Dylan Pinto Davide" userId="6a681bae-764f-48de-b341-59cd27edd092" providerId="ADAL" clId="{D8E87E9A-7E9D-4E85-B3B4-E705950A12B6}" dt="2026-03-16T14:27:50.559" v="13"/>
          <ac:inkMkLst>
            <pc:docMk/>
            <pc:sldMk cId="506015394" sldId="259"/>
            <ac:inkMk id="23" creationId="{C9C5CE7D-EC49-7CBD-D3C4-E17F254A97EC}"/>
          </ac:inkMkLst>
        </pc:inkChg>
        <pc:inkChg chg="add mod">
          <ac:chgData name="Dylan Pinto Davide" userId="6a681bae-764f-48de-b341-59cd27edd092" providerId="ADAL" clId="{D8E87E9A-7E9D-4E85-B3B4-E705950A12B6}" dt="2026-03-16T14:27:50.559" v="13"/>
          <ac:inkMkLst>
            <pc:docMk/>
            <pc:sldMk cId="506015394" sldId="259"/>
            <ac:inkMk id="24" creationId="{ACBD6697-D92F-78E1-E3B9-1BD40D962E21}"/>
          </ac:inkMkLst>
        </pc:inkChg>
        <pc:inkChg chg="add mod">
          <ac:chgData name="Dylan Pinto Davide" userId="6a681bae-764f-48de-b341-59cd27edd092" providerId="ADAL" clId="{D8E87E9A-7E9D-4E85-B3B4-E705950A12B6}" dt="2026-03-16T14:27:50.559" v="13"/>
          <ac:inkMkLst>
            <pc:docMk/>
            <pc:sldMk cId="506015394" sldId="259"/>
            <ac:inkMk id="25" creationId="{9F50E3CC-CCA6-44E9-CFB7-B8E8AD9CE34E}"/>
          </ac:inkMkLst>
        </pc:inkChg>
        <pc:inkChg chg="add mod">
          <ac:chgData name="Dylan Pinto Davide" userId="6a681bae-764f-48de-b341-59cd27edd092" providerId="ADAL" clId="{D8E87E9A-7E9D-4E85-B3B4-E705950A12B6}" dt="2026-03-16T14:27:50.559" v="13"/>
          <ac:inkMkLst>
            <pc:docMk/>
            <pc:sldMk cId="506015394" sldId="259"/>
            <ac:inkMk id="26" creationId="{3F84F1EC-4702-9E37-D9FC-ADA68C486CCB}"/>
          </ac:inkMkLst>
        </pc:inkChg>
        <pc:inkChg chg="add mod">
          <ac:chgData name="Dylan Pinto Davide" userId="6a681bae-764f-48de-b341-59cd27edd092" providerId="ADAL" clId="{D8E87E9A-7E9D-4E85-B3B4-E705950A12B6}" dt="2026-03-16T14:25:05.031" v="3"/>
          <ac:inkMkLst>
            <pc:docMk/>
            <pc:sldMk cId="506015394" sldId="259"/>
            <ac:inkMk id="37" creationId="{EEBA7489-412C-7D75-F3B9-D62349E42093}"/>
          </ac:inkMkLst>
        </pc:inkChg>
        <pc:inkChg chg="add mod">
          <ac:chgData name="Dylan Pinto Davide" userId="6a681bae-764f-48de-b341-59cd27edd092" providerId="ADAL" clId="{D8E87E9A-7E9D-4E85-B3B4-E705950A12B6}" dt="2026-03-16T14:25:05.031" v="3"/>
          <ac:inkMkLst>
            <pc:docMk/>
            <pc:sldMk cId="506015394" sldId="259"/>
            <ac:inkMk id="38" creationId="{3E7C8E0C-4770-94B5-FFBB-A5584C5E26CA}"/>
          </ac:inkMkLst>
        </pc:inkChg>
        <pc:inkChg chg="add mod">
          <ac:chgData name="Dylan Pinto Davide" userId="6a681bae-764f-48de-b341-59cd27edd092" providerId="ADAL" clId="{D8E87E9A-7E9D-4E85-B3B4-E705950A12B6}" dt="2026-03-16T14:25:05.031" v="3"/>
          <ac:inkMkLst>
            <pc:docMk/>
            <pc:sldMk cId="506015394" sldId="259"/>
            <ac:inkMk id="39" creationId="{E39EDBA9-6B8C-680F-9012-AE86EC6790D0}"/>
          </ac:inkMkLst>
        </pc:inkChg>
      </pc:sldChg>
      <pc:sldChg chg="addSp mod">
        <pc:chgData name="Dylan Pinto Davide" userId="6a681bae-764f-48de-b341-59cd27edd092" providerId="ADAL" clId="{D8E87E9A-7E9D-4E85-B3B4-E705950A12B6}" dt="2026-03-16T14:30:41.252" v="17" actId="9405"/>
        <pc:sldMkLst>
          <pc:docMk/>
          <pc:sldMk cId="940697554" sldId="263"/>
        </pc:sldMkLst>
        <pc:inkChg chg="add">
          <ac:chgData name="Dylan Pinto Davide" userId="6a681bae-764f-48de-b341-59cd27edd092" providerId="ADAL" clId="{D8E87E9A-7E9D-4E85-B3B4-E705950A12B6}" dt="2026-03-16T14:30:38.665" v="14" actId="9405"/>
          <ac:inkMkLst>
            <pc:docMk/>
            <pc:sldMk cId="940697554" sldId="263"/>
            <ac:inkMk id="4" creationId="{A3CBF75D-2386-105C-556E-539633B07533}"/>
          </ac:inkMkLst>
        </pc:inkChg>
        <pc:inkChg chg="add">
          <ac:chgData name="Dylan Pinto Davide" userId="6a681bae-764f-48de-b341-59cd27edd092" providerId="ADAL" clId="{D8E87E9A-7E9D-4E85-B3B4-E705950A12B6}" dt="2026-03-16T14:30:39.825" v="15" actId="9405"/>
          <ac:inkMkLst>
            <pc:docMk/>
            <pc:sldMk cId="940697554" sldId="263"/>
            <ac:inkMk id="5" creationId="{F191C64E-0185-9692-BBB7-EFC499B4A221}"/>
          </ac:inkMkLst>
        </pc:inkChg>
        <pc:inkChg chg="add">
          <ac:chgData name="Dylan Pinto Davide" userId="6a681bae-764f-48de-b341-59cd27edd092" providerId="ADAL" clId="{D8E87E9A-7E9D-4E85-B3B4-E705950A12B6}" dt="2026-03-16T14:30:40.460" v="16" actId="9405"/>
          <ac:inkMkLst>
            <pc:docMk/>
            <pc:sldMk cId="940697554" sldId="263"/>
            <ac:inkMk id="6" creationId="{6EB54EF5-0053-3683-E3D0-5E591F9ACA54}"/>
          </ac:inkMkLst>
        </pc:inkChg>
        <pc:inkChg chg="add">
          <ac:chgData name="Dylan Pinto Davide" userId="6a681bae-764f-48de-b341-59cd27edd092" providerId="ADAL" clId="{D8E87E9A-7E9D-4E85-B3B4-E705950A12B6}" dt="2026-03-16T14:30:41.252" v="17" actId="9405"/>
          <ac:inkMkLst>
            <pc:docMk/>
            <pc:sldMk cId="940697554" sldId="263"/>
            <ac:inkMk id="7" creationId="{27A55413-A3F0-FD98-51F4-B1530FF17881}"/>
          </ac:inkMkLst>
        </pc:inkChg>
      </pc:sldChg>
    </pc:docChg>
  </pc:docChgLst>
  <pc:docChgLst>
    <pc:chgData name="Jean-Christophe Serrano" userId="73106b23-ce21-4623-a757-4fcfeb57a141" providerId="ADAL" clId="{5FB5CB0E-73FB-479E-9B49-D92C12A229E2}"/>
    <pc:docChg chg="undo custSel addSld modSld">
      <pc:chgData name="Jean-Christophe Serrano" userId="73106b23-ce21-4623-a757-4fcfeb57a141" providerId="ADAL" clId="{5FB5CB0E-73FB-479E-9B49-D92C12A229E2}" dt="2026-03-16T17:44:20.944" v="211" actId="255"/>
      <pc:docMkLst>
        <pc:docMk/>
      </pc:docMkLst>
      <pc:sldChg chg="modSp mod">
        <pc:chgData name="Jean-Christophe Serrano" userId="73106b23-ce21-4623-a757-4fcfeb57a141" providerId="ADAL" clId="{5FB5CB0E-73FB-479E-9B49-D92C12A229E2}" dt="2026-03-16T16:16:06.285" v="94" actId="20577"/>
        <pc:sldMkLst>
          <pc:docMk/>
          <pc:sldMk cId="1760741132" sldId="257"/>
        </pc:sldMkLst>
        <pc:graphicFrameChg chg="modGraphic">
          <ac:chgData name="Jean-Christophe Serrano" userId="73106b23-ce21-4623-a757-4fcfeb57a141" providerId="ADAL" clId="{5FB5CB0E-73FB-479E-9B49-D92C12A229E2}" dt="2026-03-16T16:16:06.285" v="94" actId="20577"/>
          <ac:graphicFrameMkLst>
            <pc:docMk/>
            <pc:sldMk cId="1760741132" sldId="257"/>
            <ac:graphicFrameMk id="24" creationId="{364EE30F-55C8-C7BA-DAD0-53BF6A124B6A}"/>
          </ac:graphicFrameMkLst>
        </pc:graphicFrameChg>
      </pc:sldChg>
      <pc:sldChg chg="modSp mod">
        <pc:chgData name="Jean-Christophe Serrano" userId="73106b23-ce21-4623-a757-4fcfeb57a141" providerId="ADAL" clId="{5FB5CB0E-73FB-479E-9B49-D92C12A229E2}" dt="2026-03-16T17:44:20.944" v="211" actId="255"/>
        <pc:sldMkLst>
          <pc:docMk/>
          <pc:sldMk cId="2333712965" sldId="261"/>
        </pc:sldMkLst>
        <pc:spChg chg="mod">
          <ac:chgData name="Jean-Christophe Serrano" userId="73106b23-ce21-4623-a757-4fcfeb57a141" providerId="ADAL" clId="{5FB5CB0E-73FB-479E-9B49-D92C12A229E2}" dt="2026-03-16T17:44:20.944" v="211" actId="255"/>
          <ac:spMkLst>
            <pc:docMk/>
            <pc:sldMk cId="2333712965" sldId="261"/>
            <ac:spMk id="2" creationId="{27530EA9-6749-52D1-CC8D-68EDC9690969}"/>
          </ac:spMkLst>
        </pc:spChg>
      </pc:sldChg>
      <pc:sldChg chg="modSp mod">
        <pc:chgData name="Jean-Christophe Serrano" userId="73106b23-ce21-4623-a757-4fcfeb57a141" providerId="ADAL" clId="{5FB5CB0E-73FB-479E-9B49-D92C12A229E2}" dt="2026-03-16T16:13:50.829" v="65" actId="20577"/>
        <pc:sldMkLst>
          <pc:docMk/>
          <pc:sldMk cId="454465971" sldId="266"/>
        </pc:sldMkLst>
        <pc:spChg chg="mod">
          <ac:chgData name="Jean-Christophe Serrano" userId="73106b23-ce21-4623-a757-4fcfeb57a141" providerId="ADAL" clId="{5FB5CB0E-73FB-479E-9B49-D92C12A229E2}" dt="2026-03-16T16:13:50.829" v="65" actId="20577"/>
          <ac:spMkLst>
            <pc:docMk/>
            <pc:sldMk cId="454465971" sldId="266"/>
            <ac:spMk id="3" creationId="{EC8AD011-E0A0-F298-4635-208779C049F3}"/>
          </ac:spMkLst>
        </pc:spChg>
      </pc:sldChg>
      <pc:sldChg chg="addSp delSp modSp new mod setBg">
        <pc:chgData name="Jean-Christophe Serrano" userId="73106b23-ce21-4623-a757-4fcfeb57a141" providerId="ADAL" clId="{5FB5CB0E-73FB-479E-9B49-D92C12A229E2}" dt="2026-03-16T17:37:38.094" v="182" actId="255"/>
        <pc:sldMkLst>
          <pc:docMk/>
          <pc:sldMk cId="4179127901" sldId="270"/>
        </pc:sldMkLst>
        <pc:spChg chg="mod">
          <ac:chgData name="Jean-Christophe Serrano" userId="73106b23-ce21-4623-a757-4fcfeb57a141" providerId="ADAL" clId="{5FB5CB0E-73FB-479E-9B49-D92C12A229E2}" dt="2026-03-16T17:37:29.495" v="181" actId="255"/>
          <ac:spMkLst>
            <pc:docMk/>
            <pc:sldMk cId="4179127901" sldId="270"/>
            <ac:spMk id="2" creationId="{85E4B2B3-AE7D-AA28-208B-A3DA77634242}"/>
          </ac:spMkLst>
        </pc:spChg>
        <pc:spChg chg="mod">
          <ac:chgData name="Jean-Christophe Serrano" userId="73106b23-ce21-4623-a757-4fcfeb57a141" providerId="ADAL" clId="{5FB5CB0E-73FB-479E-9B49-D92C12A229E2}" dt="2026-03-16T17:37:38.094" v="182" actId="255"/>
          <ac:spMkLst>
            <pc:docMk/>
            <pc:sldMk cId="4179127901" sldId="270"/>
            <ac:spMk id="3" creationId="{C1731B35-5E8F-645D-6841-B6E3CEC9258F}"/>
          </ac:spMkLst>
        </pc:spChg>
        <pc:spChg chg="add del">
          <ac:chgData name="Jean-Christophe Serrano" userId="73106b23-ce21-4623-a757-4fcfeb57a141" providerId="ADAL" clId="{5FB5CB0E-73FB-479E-9B49-D92C12A229E2}" dt="2026-03-16T17:37:11.776" v="176" actId="26606"/>
          <ac:spMkLst>
            <pc:docMk/>
            <pc:sldMk cId="4179127901" sldId="270"/>
            <ac:spMk id="2055" creationId="{7C432AFE-B3D2-4BFF-BF8F-96C27AFF1AC7}"/>
          </ac:spMkLst>
        </pc:spChg>
        <pc:spChg chg="add del">
          <ac:chgData name="Jean-Christophe Serrano" userId="73106b23-ce21-4623-a757-4fcfeb57a141" providerId="ADAL" clId="{5FB5CB0E-73FB-479E-9B49-D92C12A229E2}" dt="2026-03-16T17:37:11.776" v="176" actId="26606"/>
          <ac:spMkLst>
            <pc:docMk/>
            <pc:sldMk cId="4179127901" sldId="270"/>
            <ac:spMk id="2057" creationId="{AF2F604E-43BE-4DC3-B983-E071523364F8}"/>
          </ac:spMkLst>
        </pc:spChg>
        <pc:spChg chg="add del">
          <ac:chgData name="Jean-Christophe Serrano" userId="73106b23-ce21-4623-a757-4fcfeb57a141" providerId="ADAL" clId="{5FB5CB0E-73FB-479E-9B49-D92C12A229E2}" dt="2026-03-16T17:37:11.776" v="176" actId="26606"/>
          <ac:spMkLst>
            <pc:docMk/>
            <pc:sldMk cId="4179127901" sldId="270"/>
            <ac:spMk id="2059" creationId="{08C9B587-E65E-4B52-B37C-ABEBB6E87928}"/>
          </ac:spMkLst>
        </pc:spChg>
        <pc:spChg chg="add del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61" creationId="{9DECDBF4-02B6-4BB4-B65B-B8107AD6A9E8}"/>
          </ac:spMkLst>
        </pc:spChg>
        <pc:spChg chg="add del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62" creationId="{675FFAD0-2409-47F2-980A-2CF4FFC69BE2}"/>
          </ac:spMkLst>
        </pc:spChg>
        <pc:spChg chg="add del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63" creationId="{CBB2B1F0-0DD6-4744-9A46-7A344FB48E40}"/>
          </ac:spMkLst>
        </pc:spChg>
        <pc:spChg chg="add del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64" creationId="{52D502E5-F6B4-4D58-B4AE-FC466FF15EE8}"/>
          </ac:spMkLst>
        </pc:spChg>
        <pc:spChg chg="add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69" creationId="{04812C46-200A-4DEB-A05E-3ED6C68C2387}"/>
          </ac:spMkLst>
        </pc:spChg>
        <pc:spChg chg="add">
          <ac:chgData name="Jean-Christophe Serrano" userId="73106b23-ce21-4623-a757-4fcfeb57a141" providerId="ADAL" clId="{5FB5CB0E-73FB-479E-9B49-D92C12A229E2}" dt="2026-03-16T17:37:23.838" v="180" actId="26606"/>
          <ac:spMkLst>
            <pc:docMk/>
            <pc:sldMk cId="4179127901" sldId="270"/>
            <ac:spMk id="2071" creationId="{D1EA859B-E555-4109-94F3-6700E046E008}"/>
          </ac:spMkLst>
        </pc:spChg>
        <pc:picChg chg="add mod ord">
          <ac:chgData name="Jean-Christophe Serrano" userId="73106b23-ce21-4623-a757-4fcfeb57a141" providerId="ADAL" clId="{5FB5CB0E-73FB-479E-9B49-D92C12A229E2}" dt="2026-03-16T17:37:23.838" v="180" actId="26606"/>
          <ac:picMkLst>
            <pc:docMk/>
            <pc:sldMk cId="4179127901" sldId="270"/>
            <ac:picMk id="2050" creationId="{D2F9F95D-A488-8DE1-B432-4121F0A57E02}"/>
          </ac:picMkLst>
        </pc:picChg>
      </pc:sldChg>
      <pc:sldChg chg="addSp delSp modSp new mod setBg setClrOvrMap">
        <pc:chgData name="Jean-Christophe Serrano" userId="73106b23-ce21-4623-a757-4fcfeb57a141" providerId="ADAL" clId="{5FB5CB0E-73FB-479E-9B49-D92C12A229E2}" dt="2026-03-16T17:40:51.734" v="210" actId="255"/>
        <pc:sldMkLst>
          <pc:docMk/>
          <pc:sldMk cId="2341938027" sldId="271"/>
        </pc:sldMkLst>
        <pc:spChg chg="add del mod">
          <ac:chgData name="Jean-Christophe Serrano" userId="73106b23-ce21-4623-a757-4fcfeb57a141" providerId="ADAL" clId="{5FB5CB0E-73FB-479E-9B49-D92C12A229E2}" dt="2026-03-16T17:40:37.607" v="208" actId="478"/>
          <ac:spMkLst>
            <pc:docMk/>
            <pc:sldMk cId="2341938027" sldId="271"/>
            <ac:spMk id="2" creationId="{A7183C3B-C55F-C205-E48E-3E95E9D4BF35}"/>
          </ac:spMkLst>
        </pc:spChg>
        <pc:spChg chg="add del mod">
          <ac:chgData name="Jean-Christophe Serrano" userId="73106b23-ce21-4623-a757-4fcfeb57a141" providerId="ADAL" clId="{5FB5CB0E-73FB-479E-9B49-D92C12A229E2}" dt="2026-03-16T17:40:51.734" v="210" actId="255"/>
          <ac:spMkLst>
            <pc:docMk/>
            <pc:sldMk cId="2341938027" sldId="271"/>
            <ac:spMk id="3" creationId="{69D638EB-ECE8-30BE-D94C-650044848A23}"/>
          </ac:spMkLst>
        </pc:spChg>
        <pc:spChg chg="add del mod">
          <ac:chgData name="Jean-Christophe Serrano" userId="73106b23-ce21-4623-a757-4fcfeb57a141" providerId="ADAL" clId="{5FB5CB0E-73FB-479E-9B49-D92C12A229E2}" dt="2026-03-16T17:39:57.093" v="204" actId="26606"/>
          <ac:spMkLst>
            <pc:docMk/>
            <pc:sldMk cId="2341938027" sldId="271"/>
            <ac:spMk id="7" creationId="{69D638EB-ECE8-30BE-D94C-650044848A23}"/>
          </ac:spMkLst>
        </pc:spChg>
        <pc:spChg chg="add del">
          <ac:chgData name="Jean-Christophe Serrano" userId="73106b23-ce21-4623-a757-4fcfeb57a141" providerId="ADAL" clId="{5FB5CB0E-73FB-479E-9B49-D92C12A229E2}" dt="2026-03-16T17:39:57.093" v="204" actId="26606"/>
          <ac:spMkLst>
            <pc:docMk/>
            <pc:sldMk cId="2341938027" sldId="271"/>
            <ac:spMk id="8" creationId="{B6CDA21F-E7AF-4C75-8395-33F58D5B0E45}"/>
          </ac:spMkLst>
        </pc:spChg>
        <pc:spChg chg="add del">
          <ac:chgData name="Jean-Christophe Serrano" userId="73106b23-ce21-4623-a757-4fcfeb57a141" providerId="ADAL" clId="{5FB5CB0E-73FB-479E-9B49-D92C12A229E2}" dt="2026-03-16T17:39:57.093" v="204" actId="26606"/>
          <ac:spMkLst>
            <pc:docMk/>
            <pc:sldMk cId="2341938027" sldId="271"/>
            <ac:spMk id="15" creationId="{D5B0017B-2ECA-49AF-B397-DC140825DF8D}"/>
          </ac:spMkLst>
        </pc:spChg>
        <pc:spChg chg="add del">
          <ac:chgData name="Jean-Christophe Serrano" userId="73106b23-ce21-4623-a757-4fcfeb57a141" providerId="ADAL" clId="{5FB5CB0E-73FB-479E-9B49-D92C12A229E2}" dt="2026-03-16T17:39:55.563" v="200" actId="26606"/>
          <ac:spMkLst>
            <pc:docMk/>
            <pc:sldMk cId="2341938027" sldId="271"/>
            <ac:spMk id="24" creationId="{D1D34770-47A8-402C-AF23-2B653F2D88C1}"/>
          </ac:spMkLst>
        </pc:spChg>
        <pc:spChg chg="add">
          <ac:chgData name="Jean-Christophe Serrano" userId="73106b23-ce21-4623-a757-4fcfeb57a141" providerId="ADAL" clId="{5FB5CB0E-73FB-479E-9B49-D92C12A229E2}" dt="2026-03-16T17:40:25.996" v="206" actId="26606"/>
          <ac:spMkLst>
            <pc:docMk/>
            <pc:sldMk cId="2341938027" sldId="271"/>
            <ac:spMk id="1032" creationId="{04812C46-200A-4DEB-A05E-3ED6C68C2387}"/>
          </ac:spMkLst>
        </pc:spChg>
        <pc:spChg chg="add del">
          <ac:chgData name="Jean-Christophe Serrano" userId="73106b23-ce21-4623-a757-4fcfeb57a141" providerId="ADAL" clId="{5FB5CB0E-73FB-479E-9B49-D92C12A229E2}" dt="2026-03-16T17:39:50.900" v="196" actId="26606"/>
          <ac:spMkLst>
            <pc:docMk/>
            <pc:sldMk cId="2341938027" sldId="271"/>
            <ac:spMk id="1033" creationId="{7C432AFE-B3D2-4BFF-BF8F-96C27AFF1AC7}"/>
          </ac:spMkLst>
        </pc:spChg>
        <pc:spChg chg="add">
          <ac:chgData name="Jean-Christophe Serrano" userId="73106b23-ce21-4623-a757-4fcfeb57a141" providerId="ADAL" clId="{5FB5CB0E-73FB-479E-9B49-D92C12A229E2}" dt="2026-03-16T17:40:25.996" v="206" actId="26606"/>
          <ac:spMkLst>
            <pc:docMk/>
            <pc:sldMk cId="2341938027" sldId="271"/>
            <ac:spMk id="1034" creationId="{D1EA859B-E555-4109-94F3-6700E046E008}"/>
          </ac:spMkLst>
        </pc:spChg>
        <pc:spChg chg="add del">
          <ac:chgData name="Jean-Christophe Serrano" userId="73106b23-ce21-4623-a757-4fcfeb57a141" providerId="ADAL" clId="{5FB5CB0E-73FB-479E-9B49-D92C12A229E2}" dt="2026-03-16T17:39:50.900" v="196" actId="26606"/>
          <ac:spMkLst>
            <pc:docMk/>
            <pc:sldMk cId="2341938027" sldId="271"/>
            <ac:spMk id="1035" creationId="{AF2F604E-43BE-4DC3-B983-E071523364F8}"/>
          </ac:spMkLst>
        </pc:spChg>
        <pc:spChg chg="add del">
          <ac:chgData name="Jean-Christophe Serrano" userId="73106b23-ce21-4623-a757-4fcfeb57a141" providerId="ADAL" clId="{5FB5CB0E-73FB-479E-9B49-D92C12A229E2}" dt="2026-03-16T17:39:50.900" v="196" actId="26606"/>
          <ac:spMkLst>
            <pc:docMk/>
            <pc:sldMk cId="2341938027" sldId="271"/>
            <ac:spMk id="1037" creationId="{08C9B587-E65E-4B52-B37C-ABEBB6E87928}"/>
          </ac:spMkLst>
        </pc:spChg>
        <pc:spChg chg="add del">
          <ac:chgData name="Jean-Christophe Serrano" userId="73106b23-ce21-4623-a757-4fcfeb57a141" providerId="ADAL" clId="{5FB5CB0E-73FB-479E-9B49-D92C12A229E2}" dt="2026-03-16T17:39:54.782" v="198" actId="26606"/>
          <ac:spMkLst>
            <pc:docMk/>
            <pc:sldMk cId="2341938027" sldId="271"/>
            <ac:spMk id="1039" creationId="{F5897CCA-486C-491C-B4C1-5E5C95A82709}"/>
          </ac:spMkLst>
        </pc:spChg>
        <pc:grpChg chg="add del">
          <ac:chgData name="Jean-Christophe Serrano" userId="73106b23-ce21-4623-a757-4fcfeb57a141" providerId="ADAL" clId="{5FB5CB0E-73FB-479E-9B49-D92C12A229E2}" dt="2026-03-16T17:39:57.093" v="204" actId="26606"/>
          <ac:grpSpMkLst>
            <pc:docMk/>
            <pc:sldMk cId="2341938027" sldId="271"/>
            <ac:grpSpMk id="10" creationId="{AE1C45F0-260A-458C-96ED-C1F6D2151219}"/>
          </ac:grpSpMkLst>
        </pc:grpChg>
        <pc:graphicFrameChg chg="add del">
          <ac:chgData name="Jean-Christophe Serrano" userId="73106b23-ce21-4623-a757-4fcfeb57a141" providerId="ADAL" clId="{5FB5CB0E-73FB-479E-9B49-D92C12A229E2}" dt="2026-03-16T17:38:19.920" v="184" actId="26606"/>
          <ac:graphicFrameMkLst>
            <pc:docMk/>
            <pc:sldMk cId="2341938027" sldId="271"/>
            <ac:graphicFrameMk id="5" creationId="{63350B4F-A024-9729-CC13-15B54E06D4E2}"/>
          </ac:graphicFrameMkLst>
        </pc:graphicFrameChg>
        <pc:graphicFrameChg chg="add del mod ord modGraphic">
          <ac:chgData name="Jean-Christophe Serrano" userId="73106b23-ce21-4623-a757-4fcfeb57a141" providerId="ADAL" clId="{5FB5CB0E-73FB-479E-9B49-D92C12A229E2}" dt="2026-03-16T17:39:55.563" v="200" actId="26606"/>
          <ac:graphicFrameMkLst>
            <pc:docMk/>
            <pc:sldMk cId="2341938027" sldId="271"/>
            <ac:graphicFrameMk id="19" creationId="{74433912-197E-16BB-48F6-3D1F0129F8AF}"/>
          </ac:graphicFrameMkLst>
        </pc:graphicFrameChg>
        <pc:picChg chg="add del">
          <ac:chgData name="Jean-Christophe Serrano" userId="73106b23-ce21-4623-a757-4fcfeb57a141" providerId="ADAL" clId="{5FB5CB0E-73FB-479E-9B49-D92C12A229E2}" dt="2026-03-16T17:39:55.563" v="200" actId="26606"/>
          <ac:picMkLst>
            <pc:docMk/>
            <pc:sldMk cId="2341938027" sldId="271"/>
            <ac:picMk id="20" creationId="{722AA6A4-68AF-056C-D537-DC3516D992D8}"/>
          </ac:picMkLst>
        </pc:picChg>
        <pc:picChg chg="add">
          <ac:chgData name="Jean-Christophe Serrano" userId="73106b23-ce21-4623-a757-4fcfeb57a141" providerId="ADAL" clId="{5FB5CB0E-73FB-479E-9B49-D92C12A229E2}" dt="2026-03-16T17:36:55.914" v="173"/>
          <ac:picMkLst>
            <pc:docMk/>
            <pc:sldMk cId="2341938027" sldId="271"/>
            <ac:picMk id="1026" creationId="{EBF68F8C-F424-8D9B-5465-A92806472D43}"/>
          </ac:picMkLst>
        </pc:picChg>
        <pc:picChg chg="add mod">
          <ac:chgData name="Jean-Christophe Serrano" userId="73106b23-ce21-4623-a757-4fcfeb57a141" providerId="ADAL" clId="{5FB5CB0E-73FB-479E-9B49-D92C12A229E2}" dt="2026-03-16T17:39:54.782" v="198" actId="26606"/>
          <ac:picMkLst>
            <pc:docMk/>
            <pc:sldMk cId="2341938027" sldId="271"/>
            <ac:picMk id="1028" creationId="{AA626BD7-B032-3689-5B6A-904133CDC2E0}"/>
          </ac:picMkLst>
        </pc:picChg>
        <pc:picChg chg="add mod ord">
          <ac:chgData name="Jean-Christophe Serrano" userId="73106b23-ce21-4623-a757-4fcfeb57a141" providerId="ADAL" clId="{5FB5CB0E-73FB-479E-9B49-D92C12A229E2}" dt="2026-03-16T17:40:25.996" v="206" actId="26606"/>
          <ac:picMkLst>
            <pc:docMk/>
            <pc:sldMk cId="2341938027" sldId="271"/>
            <ac:picMk id="1030" creationId="{B8DD8A70-B3E4-0CAC-FDA2-8B76B3DD4AB6}"/>
          </ac:picMkLst>
        </pc:picChg>
        <pc:cxnChg chg="add del">
          <ac:chgData name="Jean-Christophe Serrano" userId="73106b23-ce21-4623-a757-4fcfeb57a141" providerId="ADAL" clId="{5FB5CB0E-73FB-479E-9B49-D92C12A229E2}" dt="2026-03-16T17:39:57.093" v="204" actId="26606"/>
          <ac:cxnSpMkLst>
            <pc:docMk/>
            <pc:sldMk cId="2341938027" sldId="271"/>
            <ac:cxnSpMk id="17" creationId="{6CF1BAF6-AD41-4082-B212-8A1F9A2E8779}"/>
          </ac:cxnSpMkLst>
        </pc:cxnChg>
      </pc:sldChg>
    </pc:docChg>
  </pc:docChgLst>
  <pc:docChgLst>
    <pc:chgData name="Jean-Christophe Serrano" userId="73106b23-ce21-4623-a757-4fcfeb57a141" providerId="ADAL" clId="{4188578B-42E3-4D2B-A026-117DFA88464C}"/>
    <pc:docChg chg="undo custSel addSld delSld modSld sldOrd">
      <pc:chgData name="Jean-Christophe Serrano" userId="73106b23-ce21-4623-a757-4fcfeb57a141" providerId="ADAL" clId="{4188578B-42E3-4D2B-A026-117DFA88464C}" dt="2026-03-16T15:33:35.813" v="628" actId="27636"/>
      <pc:docMkLst>
        <pc:docMk/>
      </pc:docMkLst>
      <pc:sldChg chg="addSp modSp mod setBg addAnim setClrOvrMap">
        <pc:chgData name="Jean-Christophe Serrano" userId="73106b23-ce21-4623-a757-4fcfeb57a141" providerId="ADAL" clId="{4188578B-42E3-4D2B-A026-117DFA88464C}" dt="2026-03-16T08:33:30.187" v="171" actId="1076"/>
        <pc:sldMkLst>
          <pc:docMk/>
          <pc:sldMk cId="1623985094" sldId="256"/>
        </pc:sldMkLst>
        <pc:spChg chg="mod">
          <ac:chgData name="Jean-Christophe Serrano" userId="73106b23-ce21-4623-a757-4fcfeb57a141" providerId="ADAL" clId="{4188578B-42E3-4D2B-A026-117DFA88464C}" dt="2026-03-16T08:33:30.187" v="171" actId="1076"/>
          <ac:spMkLst>
            <pc:docMk/>
            <pc:sldMk cId="1623985094" sldId="256"/>
            <ac:spMk id="2" creationId="{BAB67F4C-9EA4-9664-DDE9-DC766CC155D3}"/>
          </ac:spMkLst>
        </pc:spChg>
        <pc:spChg chg="mod">
          <ac:chgData name="Jean-Christophe Serrano" userId="73106b23-ce21-4623-a757-4fcfeb57a141" providerId="ADAL" clId="{4188578B-42E3-4D2B-A026-117DFA88464C}" dt="2026-03-16T08:32:51.926" v="169" actId="20577"/>
          <ac:spMkLst>
            <pc:docMk/>
            <pc:sldMk cId="1623985094" sldId="256"/>
            <ac:spMk id="3" creationId="{2EDA3886-903B-DE31-1125-593DCBF51C66}"/>
          </ac:spMkLst>
        </pc:spChg>
        <pc:spChg chg="add">
          <ac:chgData name="Jean-Christophe Serrano" userId="73106b23-ce21-4623-a757-4fcfeb57a141" providerId="ADAL" clId="{4188578B-42E3-4D2B-A026-117DFA88464C}" dt="2026-03-16T08:31:45.370" v="91" actId="26606"/>
          <ac:spMkLst>
            <pc:docMk/>
            <pc:sldMk cId="1623985094" sldId="256"/>
            <ac:spMk id="1031" creationId="{71B2258F-86CA-4D4D-8270-BC05FCDEBFB3}"/>
          </ac:spMkLst>
        </pc:spChg>
        <pc:picChg chg="add mod ord">
          <ac:chgData name="Jean-Christophe Serrano" userId="73106b23-ce21-4623-a757-4fcfeb57a141" providerId="ADAL" clId="{4188578B-42E3-4D2B-A026-117DFA88464C}" dt="2026-03-16T08:31:45.370" v="91" actId="26606"/>
          <ac:picMkLst>
            <pc:docMk/>
            <pc:sldMk cId="1623985094" sldId="256"/>
            <ac:picMk id="1026" creationId="{245325C8-7E10-30A8-0DE1-94F4EB3F81FB}"/>
          </ac:picMkLst>
        </pc:picChg>
      </pc:sldChg>
      <pc:sldChg chg="modSp new mod">
        <pc:chgData name="Jean-Christophe Serrano" userId="73106b23-ce21-4623-a757-4fcfeb57a141" providerId="ADAL" clId="{4188578B-42E3-4D2B-A026-117DFA88464C}" dt="2026-03-16T14:11:11.658" v="267" actId="27636"/>
        <pc:sldMkLst>
          <pc:docMk/>
          <pc:sldMk cId="1760741132" sldId="257"/>
        </pc:sldMkLst>
        <pc:spChg chg="mod">
          <ac:chgData name="Jean-Christophe Serrano" userId="73106b23-ce21-4623-a757-4fcfeb57a141" providerId="ADAL" clId="{4188578B-42E3-4D2B-A026-117DFA88464C}" dt="2026-03-16T14:11:05.222" v="265" actId="255"/>
          <ac:spMkLst>
            <pc:docMk/>
            <pc:sldMk cId="1760741132" sldId="257"/>
            <ac:spMk id="2" creationId="{E4041585-2273-DCC1-7137-9CF9AD0F2A06}"/>
          </ac:spMkLst>
        </pc:spChg>
        <pc:spChg chg="mod">
          <ac:chgData name="Jean-Christophe Serrano" userId="73106b23-ce21-4623-a757-4fcfeb57a141" providerId="ADAL" clId="{4188578B-42E3-4D2B-A026-117DFA88464C}" dt="2026-03-16T14:11:11.658" v="267" actId="27636"/>
          <ac:spMkLst>
            <pc:docMk/>
            <pc:sldMk cId="1760741132" sldId="257"/>
            <ac:spMk id="3" creationId="{25B6DD9B-14CC-5F80-99AE-B086C7FF86A8}"/>
          </ac:spMkLst>
        </pc:spChg>
      </pc:sldChg>
      <pc:sldChg chg="del ord">
        <pc:chgData name="Jean-Christophe Serrano" userId="73106b23-ce21-4623-a757-4fcfeb57a141" providerId="ADAL" clId="{4188578B-42E3-4D2B-A026-117DFA88464C}" dt="2026-03-16T15:01:15.088" v="576" actId="2696"/>
        <pc:sldMkLst>
          <pc:docMk/>
          <pc:sldMk cId="313293860" sldId="258"/>
        </pc:sldMkLst>
      </pc:sldChg>
      <pc:sldChg chg="addSp delSp modSp mod">
        <pc:chgData name="Jean-Christophe Serrano" userId="73106b23-ce21-4623-a757-4fcfeb57a141" providerId="ADAL" clId="{4188578B-42E3-4D2B-A026-117DFA88464C}" dt="2026-03-16T14:53:30.911" v="553" actId="255"/>
        <pc:sldMkLst>
          <pc:docMk/>
          <pc:sldMk cId="506015394" sldId="259"/>
        </pc:sldMkLst>
        <pc:spChg chg="mod">
          <ac:chgData name="Jean-Christophe Serrano" userId="73106b23-ce21-4623-a757-4fcfeb57a141" providerId="ADAL" clId="{4188578B-42E3-4D2B-A026-117DFA88464C}" dt="2026-03-16T14:53:30.911" v="553" actId="255"/>
          <ac:spMkLst>
            <pc:docMk/>
            <pc:sldMk cId="506015394" sldId="259"/>
            <ac:spMk id="2" creationId="{4E56D5A8-E6E0-922B-2956-0F76551EF8CF}"/>
          </ac:spMkLst>
        </pc:spChg>
        <pc:spChg chg="mod">
          <ac:chgData name="Jean-Christophe Serrano" userId="73106b23-ce21-4623-a757-4fcfeb57a141" providerId="ADAL" clId="{4188578B-42E3-4D2B-A026-117DFA88464C}" dt="2026-03-16T09:21:37.843" v="262"/>
          <ac:spMkLst>
            <pc:docMk/>
            <pc:sldMk cId="506015394" sldId="259"/>
            <ac:spMk id="3" creationId="{221C2E44-5722-350A-AEDC-E0DDD904B450}"/>
          </ac:spMkLst>
        </pc:spChg>
        <pc:grpChg chg="add del mod">
          <ac:chgData name="Jean-Christophe Serrano" userId="73106b23-ce21-4623-a757-4fcfeb57a141" providerId="ADAL" clId="{4188578B-42E3-4D2B-A026-117DFA88464C}" dt="2026-03-16T14:23:26.880" v="286"/>
          <ac:grpSpMkLst>
            <pc:docMk/>
            <pc:sldMk cId="506015394" sldId="259"/>
            <ac:grpSpMk id="10" creationId="{258885C3-477A-47DE-9249-192F073E4DEF}"/>
          </ac:grpSpMkLst>
        </pc:grpChg>
        <pc:grpChg chg="add del mod">
          <ac:chgData name="Jean-Christophe Serrano" userId="73106b23-ce21-4623-a757-4fcfeb57a141" providerId="ADAL" clId="{4188578B-42E3-4D2B-A026-117DFA88464C}" dt="2026-03-16T14:23:26.247" v="283"/>
          <ac:grpSpMkLst>
            <pc:docMk/>
            <pc:sldMk cId="506015394" sldId="259"/>
            <ac:grpSpMk id="13" creationId="{A2339569-2842-F917-4824-4180339521F0}"/>
          </ac:grpSpMkLst>
        </pc:grpChg>
        <pc:grpChg chg="mod">
          <ac:chgData name="Jean-Christophe Serrano" userId="73106b23-ce21-4623-a757-4fcfeb57a141" providerId="ADAL" clId="{4188578B-42E3-4D2B-A026-117DFA88464C}" dt="2026-03-16T14:23:25.717" v="280"/>
          <ac:grpSpMkLst>
            <pc:docMk/>
            <pc:sldMk cId="506015394" sldId="259"/>
            <ac:grpSpMk id="16" creationId="{96EED30F-16CA-1064-E0E1-6E76D73AA4E2}"/>
          </ac:grpSpMkLst>
        </pc:grpChg>
        <pc:grpChg chg="mod">
          <ac:chgData name="Jean-Christophe Serrano" userId="73106b23-ce21-4623-a757-4fcfeb57a141" providerId="ADAL" clId="{4188578B-42E3-4D2B-A026-117DFA88464C}" dt="2026-03-16T14:27:41.889" v="363"/>
          <ac:grpSpMkLst>
            <pc:docMk/>
            <pc:sldMk cId="506015394" sldId="259"/>
            <ac:grpSpMk id="21" creationId="{C6DAFB7E-950E-907B-4BAE-24A4700BFB51}"/>
          </ac:grpSpMkLst>
        </pc:grpChg>
        <pc:grpChg chg="mod">
          <ac:chgData name="Jean-Christophe Serrano" userId="73106b23-ce21-4623-a757-4fcfeb57a141" providerId="ADAL" clId="{4188578B-42E3-4D2B-A026-117DFA88464C}" dt="2026-03-16T14:27:41.889" v="363"/>
          <ac:grpSpMkLst>
            <pc:docMk/>
            <pc:sldMk cId="506015394" sldId="259"/>
            <ac:grpSpMk id="22" creationId="{8028B753-09B6-5F52-D84A-563083575C62}"/>
          </ac:grpSpMkLst>
        </pc:grpChg>
        <pc:grpChg chg="mod">
          <ac:chgData name="Jean-Christophe Serrano" userId="73106b23-ce21-4623-a757-4fcfeb57a141" providerId="ADAL" clId="{4188578B-42E3-4D2B-A026-117DFA88464C}" dt="2026-03-16T14:24:41.990" v="323"/>
          <ac:grpSpMkLst>
            <pc:docMk/>
            <pc:sldMk cId="506015394" sldId="259"/>
            <ac:grpSpMk id="24" creationId="{054D1F60-802A-AB1D-1439-86C9CC66A673}"/>
          </ac:grpSpMkLst>
        </pc:grpChg>
        <pc:grpChg chg="mod">
          <ac:chgData name="Jean-Christophe Serrano" userId="73106b23-ce21-4623-a757-4fcfeb57a141" providerId="ADAL" clId="{4188578B-42E3-4D2B-A026-117DFA88464C}" dt="2026-03-16T14:24:39.898" v="312"/>
          <ac:grpSpMkLst>
            <pc:docMk/>
            <pc:sldMk cId="506015394" sldId="259"/>
            <ac:grpSpMk id="35" creationId="{89B51E43-C922-ABE5-5AE9-1F5CD7B3F24E}"/>
          </ac:grpSpMkLst>
        </pc:grpChg>
        <pc:grpChg chg="mod">
          <ac:chgData name="Jean-Christophe Serrano" userId="73106b23-ce21-4623-a757-4fcfeb57a141" providerId="ADAL" clId="{4188578B-42E3-4D2B-A026-117DFA88464C}" dt="2026-03-16T14:24:39.898" v="312"/>
          <ac:grpSpMkLst>
            <pc:docMk/>
            <pc:sldMk cId="506015394" sldId="259"/>
            <ac:grpSpMk id="36" creationId="{AF621CBF-C0C7-8710-BBB2-1276B8052934}"/>
          </ac:grpSpMkLst>
        </pc:grpChg>
        <pc:grpChg chg="mod">
          <ac:chgData name="Jean-Christophe Serrano" userId="73106b23-ce21-4623-a757-4fcfeb57a141" providerId="ADAL" clId="{4188578B-42E3-4D2B-A026-117DFA88464C}" dt="2026-03-16T14:25:26.677" v="336"/>
          <ac:grpSpMkLst>
            <pc:docMk/>
            <pc:sldMk cId="506015394" sldId="259"/>
            <ac:grpSpMk id="47" creationId="{DC143B82-381A-FA4B-A038-DB5E381A5E61}"/>
          </ac:grpSpMkLst>
        </pc:grpChg>
        <pc:grpChg chg="del mod">
          <ac:chgData name="Jean-Christophe Serrano" userId="73106b23-ce21-4623-a757-4fcfeb57a141" providerId="ADAL" clId="{4188578B-42E3-4D2B-A026-117DFA88464C}" dt="2026-03-16T14:25:49.454" v="350"/>
          <ac:grpSpMkLst>
            <pc:docMk/>
            <pc:sldMk cId="506015394" sldId="259"/>
            <ac:grpSpMk id="53" creationId="{E0789E16-5EC0-DFDC-6E28-C65362031E81}"/>
          </ac:grpSpMkLst>
        </pc:grpChg>
        <pc:grpChg chg="mod">
          <ac:chgData name="Jean-Christophe Serrano" userId="73106b23-ce21-4623-a757-4fcfeb57a141" providerId="ADAL" clId="{4188578B-42E3-4D2B-A026-117DFA88464C}" dt="2026-03-16T14:25:49.454" v="350"/>
          <ac:grpSpMkLst>
            <pc:docMk/>
            <pc:sldMk cId="506015394" sldId="259"/>
            <ac:grpSpMk id="56" creationId="{D89A75BB-2255-A550-7E42-27AF2726D78F}"/>
          </ac:grpSpMkLst>
        </pc:grpChg>
        <pc:inkChg chg="add del mod">
          <ac:chgData name="Jean-Christophe Serrano" userId="73106b23-ce21-4623-a757-4fcfeb57a141" providerId="ADAL" clId="{4188578B-42E3-4D2B-A026-117DFA88464C}" dt="2026-03-16T14:23:27.861" v="289" actId="9405"/>
          <ac:inkMkLst>
            <pc:docMk/>
            <pc:sldMk cId="506015394" sldId="259"/>
            <ac:inkMk id="4" creationId="{FF9C1692-0537-EE07-5D17-336A64DB88D4}"/>
          </ac:inkMkLst>
        </pc:inkChg>
        <pc:inkChg chg="add del mod">
          <ac:chgData name="Jean-Christophe Serrano" userId="73106b23-ce21-4623-a757-4fcfeb57a141" providerId="ADAL" clId="{4188578B-42E3-4D2B-A026-117DFA88464C}" dt="2026-03-16T14:23:27.556" v="288" actId="9405"/>
          <ac:inkMkLst>
            <pc:docMk/>
            <pc:sldMk cId="506015394" sldId="259"/>
            <ac:inkMk id="6" creationId="{97D0202F-A83D-4D67-F6D1-1D0BDC5D113D}"/>
          </ac:inkMkLst>
        </pc:inkChg>
        <pc:inkChg chg="add del">
          <ac:chgData name="Jean-Christophe Serrano" userId="73106b23-ce21-4623-a757-4fcfeb57a141" providerId="ADAL" clId="{4188578B-42E3-4D2B-A026-117DFA88464C}" dt="2026-03-16T14:27:43.650" v="371" actId="9405"/>
          <ac:inkMkLst>
            <pc:docMk/>
            <pc:sldMk cId="506015394" sldId="259"/>
            <ac:inkMk id="7" creationId="{2C945B91-B699-9EE1-3E58-70C55D71B536}"/>
          </ac:inkMkLst>
        </pc:inkChg>
        <pc:inkChg chg="add del mod">
          <ac:chgData name="Jean-Christophe Serrano" userId="73106b23-ce21-4623-a757-4fcfeb57a141" providerId="ADAL" clId="{4188578B-42E3-4D2B-A026-117DFA88464C}" dt="2026-03-16T14:23:27.220" v="287" actId="9405"/>
          <ac:inkMkLst>
            <pc:docMk/>
            <pc:sldMk cId="506015394" sldId="259"/>
            <ac:inkMk id="8" creationId="{29643740-F2BF-1EC8-7943-EB79D5ED8826}"/>
          </ac:inkMkLst>
        </pc:inkChg>
        <pc:inkChg chg="add del mod">
          <ac:chgData name="Jean-Christophe Serrano" userId="73106b23-ce21-4623-a757-4fcfeb57a141" providerId="ADAL" clId="{4188578B-42E3-4D2B-A026-117DFA88464C}" dt="2026-03-16T14:27:43.431" v="370" actId="9405"/>
          <ac:inkMkLst>
            <pc:docMk/>
            <pc:sldMk cId="506015394" sldId="259"/>
            <ac:inkMk id="8" creationId="{92342C07-8E27-CC3B-C826-C90F2E80F042}"/>
          </ac:inkMkLst>
        </pc:inkChg>
        <pc:inkChg chg="add del mod">
          <ac:chgData name="Jean-Christophe Serrano" userId="73106b23-ce21-4623-a757-4fcfeb57a141" providerId="ADAL" clId="{4188578B-42E3-4D2B-A026-117DFA88464C}" dt="2026-03-16T14:27:43.199" v="369" actId="9405"/>
          <ac:inkMkLst>
            <pc:docMk/>
            <pc:sldMk cId="506015394" sldId="259"/>
            <ac:inkMk id="9" creationId="{A4F7FB58-E10C-7817-69EB-8B2D11959935}"/>
          </ac:inkMkLst>
        </pc:inkChg>
        <pc:inkChg chg="add del mod">
          <ac:chgData name="Jean-Christophe Serrano" userId="73106b23-ce21-4623-a757-4fcfeb57a141" providerId="ADAL" clId="{4188578B-42E3-4D2B-A026-117DFA88464C}" dt="2026-03-16T14:23:26.880" v="286"/>
          <ac:inkMkLst>
            <pc:docMk/>
            <pc:sldMk cId="506015394" sldId="259"/>
            <ac:inkMk id="9" creationId="{E85C767B-0C08-6E8D-9FA8-412B2A1BCB20}"/>
          </ac:inkMkLst>
        </pc:inkChg>
        <pc:inkChg chg="add del mod">
          <ac:chgData name="Jean-Christophe Serrano" userId="73106b23-ce21-4623-a757-4fcfeb57a141" providerId="ADAL" clId="{4188578B-42E3-4D2B-A026-117DFA88464C}" dt="2026-03-16T14:27:42.972" v="368" actId="9405"/>
          <ac:inkMkLst>
            <pc:docMk/>
            <pc:sldMk cId="506015394" sldId="259"/>
            <ac:inkMk id="10" creationId="{807E7CD2-FD1A-C63E-DD54-79B0F600E484}"/>
          </ac:inkMkLst>
        </pc:inkChg>
        <pc:inkChg chg="add del mod">
          <ac:chgData name="Jean-Christophe Serrano" userId="73106b23-ce21-4623-a757-4fcfeb57a141" providerId="ADAL" clId="{4188578B-42E3-4D2B-A026-117DFA88464C}" dt="2026-03-16T14:23:26.534" v="284" actId="9405"/>
          <ac:inkMkLst>
            <pc:docMk/>
            <pc:sldMk cId="506015394" sldId="259"/>
            <ac:inkMk id="11" creationId="{BB52C3B5-A21A-B44F-5D0B-141F785FBC11}"/>
          </ac:inkMkLst>
        </pc:inkChg>
        <pc:inkChg chg="add del mod">
          <ac:chgData name="Jean-Christophe Serrano" userId="73106b23-ce21-4623-a757-4fcfeb57a141" providerId="ADAL" clId="{4188578B-42E3-4D2B-A026-117DFA88464C}" dt="2026-03-16T14:23:26.247" v="283"/>
          <ac:inkMkLst>
            <pc:docMk/>
            <pc:sldMk cId="506015394" sldId="259"/>
            <ac:inkMk id="12" creationId="{0BC47492-4181-ACF2-A5B4-0177DFED7008}"/>
          </ac:inkMkLst>
        </pc:inkChg>
        <pc:inkChg chg="add del mod">
          <ac:chgData name="Jean-Christophe Serrano" userId="73106b23-ce21-4623-a757-4fcfeb57a141" providerId="ADAL" clId="{4188578B-42E3-4D2B-A026-117DFA88464C}" dt="2026-03-16T14:23:26.001" v="281" actId="9405"/>
          <ac:inkMkLst>
            <pc:docMk/>
            <pc:sldMk cId="506015394" sldId="259"/>
            <ac:inkMk id="14" creationId="{2E5AC214-89FF-4009-2D9A-1341F0D1DA3D}"/>
          </ac:inkMkLst>
        </pc:inkChg>
        <pc:inkChg chg="add del mod">
          <ac:chgData name="Jean-Christophe Serrano" userId="73106b23-ce21-4623-a757-4fcfeb57a141" providerId="ADAL" clId="{4188578B-42E3-4D2B-A026-117DFA88464C}" dt="2026-03-16T14:23:25.717" v="280"/>
          <ac:inkMkLst>
            <pc:docMk/>
            <pc:sldMk cId="506015394" sldId="259"/>
            <ac:inkMk id="15" creationId="{77C8FD51-882A-9F1D-8BD8-CC41010C1E0F}"/>
          </ac:inkMkLst>
        </pc:inkChg>
        <pc:inkChg chg="add del mod">
          <ac:chgData name="Jean-Christophe Serrano" userId="73106b23-ce21-4623-a757-4fcfeb57a141" providerId="ADAL" clId="{4188578B-42E3-4D2B-A026-117DFA88464C}" dt="2026-03-16T14:27:42.747" v="367" actId="9405"/>
          <ac:inkMkLst>
            <pc:docMk/>
            <pc:sldMk cId="506015394" sldId="259"/>
            <ac:inkMk id="16" creationId="{8D34F1C5-5E75-E7C7-6672-9B593C9421AA}"/>
          </ac:inkMkLst>
        </pc:inkChg>
        <pc:inkChg chg="add del mod">
          <ac:chgData name="Jean-Christophe Serrano" userId="73106b23-ce21-4623-a757-4fcfeb57a141" providerId="ADAL" clId="{4188578B-42E3-4D2B-A026-117DFA88464C}" dt="2026-03-16T14:27:42.574" v="366" actId="9405"/>
          <ac:inkMkLst>
            <pc:docMk/>
            <pc:sldMk cId="506015394" sldId="259"/>
            <ac:inkMk id="17" creationId="{9C1960A0-1138-A1BA-C4A1-8CF2C76FA11C}"/>
          </ac:inkMkLst>
        </pc:inkChg>
        <pc:inkChg chg="add del">
          <ac:chgData name="Jean-Christophe Serrano" userId="73106b23-ce21-4623-a757-4fcfeb57a141" providerId="ADAL" clId="{4188578B-42E3-4D2B-A026-117DFA88464C}" dt="2026-03-16T14:23:34.480" v="293" actId="9405"/>
          <ac:inkMkLst>
            <pc:docMk/>
            <pc:sldMk cId="506015394" sldId="259"/>
            <ac:inkMk id="17" creationId="{9D9552E3-26E4-904C-94F7-701EEBA9E6C9}"/>
          </ac:inkMkLst>
        </pc:inkChg>
        <pc:inkChg chg="add del mod">
          <ac:chgData name="Jean-Christophe Serrano" userId="73106b23-ce21-4623-a757-4fcfeb57a141" providerId="ADAL" clId="{4188578B-42E3-4D2B-A026-117DFA88464C}" dt="2026-03-16T14:27:42.303" v="365" actId="9405"/>
          <ac:inkMkLst>
            <pc:docMk/>
            <pc:sldMk cId="506015394" sldId="259"/>
            <ac:inkMk id="18" creationId="{90DF5FAC-5BD7-E30A-5AFD-0CBAFFB81BD0}"/>
          </ac:inkMkLst>
        </pc:inkChg>
        <pc:inkChg chg="add del">
          <ac:chgData name="Jean-Christophe Serrano" userId="73106b23-ce21-4623-a757-4fcfeb57a141" providerId="ADAL" clId="{4188578B-42E3-4D2B-A026-117DFA88464C}" dt="2026-03-16T14:23:34.234" v="292" actId="9405"/>
          <ac:inkMkLst>
            <pc:docMk/>
            <pc:sldMk cId="506015394" sldId="259"/>
            <ac:inkMk id="18" creationId="{F95E0291-A955-30A3-4139-3EDCE269A76D}"/>
          </ac:inkMkLst>
        </pc:inkChg>
        <pc:inkChg chg="add del mod">
          <ac:chgData name="Jean-Christophe Serrano" userId="73106b23-ce21-4623-a757-4fcfeb57a141" providerId="ADAL" clId="{4188578B-42E3-4D2B-A026-117DFA88464C}" dt="2026-03-16T14:24:42.938" v="327" actId="9405"/>
          <ac:inkMkLst>
            <pc:docMk/>
            <pc:sldMk cId="506015394" sldId="259"/>
            <ac:inkMk id="19" creationId="{53A28916-020D-2AA8-F480-4DC8F43F8F36}"/>
          </ac:inkMkLst>
        </pc:inkChg>
        <pc:inkChg chg="add del mod">
          <ac:chgData name="Jean-Christophe Serrano" userId="73106b23-ce21-4623-a757-4fcfeb57a141" providerId="ADAL" clId="{4188578B-42E3-4D2B-A026-117DFA88464C}" dt="2026-03-16T14:27:42.143" v="364" actId="9405"/>
          <ac:inkMkLst>
            <pc:docMk/>
            <pc:sldMk cId="506015394" sldId="259"/>
            <ac:inkMk id="19" creationId="{887EFDFF-7101-A9C5-89EE-E92944AF7C20}"/>
          </ac:inkMkLst>
        </pc:inkChg>
        <pc:inkChg chg="add del mod">
          <ac:chgData name="Jean-Christophe Serrano" userId="73106b23-ce21-4623-a757-4fcfeb57a141" providerId="ADAL" clId="{4188578B-42E3-4D2B-A026-117DFA88464C}" dt="2026-03-16T14:24:42.725" v="326" actId="9405"/>
          <ac:inkMkLst>
            <pc:docMk/>
            <pc:sldMk cId="506015394" sldId="259"/>
            <ac:inkMk id="20" creationId="{E1536A6C-BBF2-B3B5-44D2-D6620A11572C}"/>
          </ac:inkMkLst>
        </pc:inkChg>
        <pc:inkChg chg="add del mod">
          <ac:chgData name="Jean-Christophe Serrano" userId="73106b23-ce21-4623-a757-4fcfeb57a141" providerId="ADAL" clId="{4188578B-42E3-4D2B-A026-117DFA88464C}" dt="2026-03-16T14:27:41.889" v="363"/>
          <ac:inkMkLst>
            <pc:docMk/>
            <pc:sldMk cId="506015394" sldId="259"/>
            <ac:inkMk id="20" creationId="{F7E6A266-1361-A9C7-84EC-60C6F88F1998}"/>
          </ac:inkMkLst>
        </pc:inkChg>
        <pc:inkChg chg="add del mod">
          <ac:chgData name="Jean-Christophe Serrano" userId="73106b23-ce21-4623-a757-4fcfeb57a141" providerId="ADAL" clId="{4188578B-42E3-4D2B-A026-117DFA88464C}" dt="2026-03-16T14:24:42.532" v="325" actId="9405"/>
          <ac:inkMkLst>
            <pc:docMk/>
            <pc:sldMk cId="506015394" sldId="259"/>
            <ac:inkMk id="21" creationId="{E03E14FF-7145-FAE6-9F7E-490E4601FB78}"/>
          </ac:inkMkLst>
        </pc:inkChg>
        <pc:inkChg chg="add del mod">
          <ac:chgData name="Jean-Christophe Serrano" userId="73106b23-ce21-4623-a757-4fcfeb57a141" providerId="ADAL" clId="{4188578B-42E3-4D2B-A026-117DFA88464C}" dt="2026-03-16T14:24:42.314" v="324" actId="9405"/>
          <ac:inkMkLst>
            <pc:docMk/>
            <pc:sldMk cId="506015394" sldId="259"/>
            <ac:inkMk id="22" creationId="{267C26C1-C8AF-3128-B44B-BB0DF0C00D58}"/>
          </ac:inkMkLst>
        </pc:inkChg>
        <pc:inkChg chg="add del mod">
          <ac:chgData name="Jean-Christophe Serrano" userId="73106b23-ce21-4623-a757-4fcfeb57a141" providerId="ADAL" clId="{4188578B-42E3-4D2B-A026-117DFA88464C}" dt="2026-03-16T14:24:41.990" v="323"/>
          <ac:inkMkLst>
            <pc:docMk/>
            <pc:sldMk cId="506015394" sldId="259"/>
            <ac:inkMk id="23" creationId="{DE24EEAB-F807-40B9-9A33-E681C1011D02}"/>
          </ac:inkMkLst>
        </pc:inkChg>
        <pc:inkChg chg="add del mod">
          <ac:chgData name="Jean-Christophe Serrano" userId="73106b23-ce21-4623-a757-4fcfeb57a141" providerId="ADAL" clId="{4188578B-42E3-4D2B-A026-117DFA88464C}" dt="2026-03-16T14:24:41.766" v="321" actId="9405"/>
          <ac:inkMkLst>
            <pc:docMk/>
            <pc:sldMk cId="506015394" sldId="259"/>
            <ac:inkMk id="25" creationId="{3C02597E-9665-5287-229E-1676B7820EAF}"/>
          </ac:inkMkLst>
        </pc:inkChg>
        <pc:inkChg chg="add del mod">
          <ac:chgData name="Jean-Christophe Serrano" userId="73106b23-ce21-4623-a757-4fcfeb57a141" providerId="ADAL" clId="{4188578B-42E3-4D2B-A026-117DFA88464C}" dt="2026-03-16T14:24:41.578" v="320" actId="9405"/>
          <ac:inkMkLst>
            <pc:docMk/>
            <pc:sldMk cId="506015394" sldId="259"/>
            <ac:inkMk id="26" creationId="{9A097EAE-94A7-686B-97F3-7703984FC2CA}"/>
          </ac:inkMkLst>
        </pc:inkChg>
        <pc:inkChg chg="add del mod">
          <ac:chgData name="Jean-Christophe Serrano" userId="73106b23-ce21-4623-a757-4fcfeb57a141" providerId="ADAL" clId="{4188578B-42E3-4D2B-A026-117DFA88464C}" dt="2026-03-16T14:24:41.364" v="319" actId="9405"/>
          <ac:inkMkLst>
            <pc:docMk/>
            <pc:sldMk cId="506015394" sldId="259"/>
            <ac:inkMk id="27" creationId="{8E8198E2-BDE9-9F98-0844-184792F8EEEA}"/>
          </ac:inkMkLst>
        </pc:inkChg>
        <pc:inkChg chg="add del mod">
          <ac:chgData name="Jean-Christophe Serrano" userId="73106b23-ce21-4623-a757-4fcfeb57a141" providerId="ADAL" clId="{4188578B-42E3-4D2B-A026-117DFA88464C}" dt="2026-03-16T14:24:41.156" v="318" actId="9405"/>
          <ac:inkMkLst>
            <pc:docMk/>
            <pc:sldMk cId="506015394" sldId="259"/>
            <ac:inkMk id="28" creationId="{84DFAA79-9423-40C8-51CC-0C660F90CF8E}"/>
          </ac:inkMkLst>
        </pc:inkChg>
        <pc:inkChg chg="add del">
          <ac:chgData name="Jean-Christophe Serrano" userId="73106b23-ce21-4623-a757-4fcfeb57a141" providerId="ADAL" clId="{4188578B-42E3-4D2B-A026-117DFA88464C}" dt="2026-03-16T14:24:40.946" v="317" actId="9405"/>
          <ac:inkMkLst>
            <pc:docMk/>
            <pc:sldMk cId="506015394" sldId="259"/>
            <ac:inkMk id="29" creationId="{F1E83247-083C-788D-8FD2-B6A3C6E2BA96}"/>
          </ac:inkMkLst>
        </pc:inkChg>
        <pc:inkChg chg="add del mod">
          <ac:chgData name="Jean-Christophe Serrano" userId="73106b23-ce21-4623-a757-4fcfeb57a141" providerId="ADAL" clId="{4188578B-42E3-4D2B-A026-117DFA88464C}" dt="2026-03-16T14:24:40.781" v="316" actId="9405"/>
          <ac:inkMkLst>
            <pc:docMk/>
            <pc:sldMk cId="506015394" sldId="259"/>
            <ac:inkMk id="30" creationId="{9B4198E6-8EED-7B25-7F05-119CD14C845A}"/>
          </ac:inkMkLst>
        </pc:inkChg>
        <pc:inkChg chg="add del mod">
          <ac:chgData name="Jean-Christophe Serrano" userId="73106b23-ce21-4623-a757-4fcfeb57a141" providerId="ADAL" clId="{4188578B-42E3-4D2B-A026-117DFA88464C}" dt="2026-03-16T14:24:40.582" v="315" actId="9405"/>
          <ac:inkMkLst>
            <pc:docMk/>
            <pc:sldMk cId="506015394" sldId="259"/>
            <ac:inkMk id="31" creationId="{E4871727-D280-EB3C-5DC0-FF77EF2AD0D9}"/>
          </ac:inkMkLst>
        </pc:inkChg>
        <pc:inkChg chg="add del mod">
          <ac:chgData name="Jean-Christophe Serrano" userId="73106b23-ce21-4623-a757-4fcfeb57a141" providerId="ADAL" clId="{4188578B-42E3-4D2B-A026-117DFA88464C}" dt="2026-03-16T14:24:40.374" v="314" actId="9405"/>
          <ac:inkMkLst>
            <pc:docMk/>
            <pc:sldMk cId="506015394" sldId="259"/>
            <ac:inkMk id="32" creationId="{8337D555-677D-547C-DC78-EA5F02509FC5}"/>
          </ac:inkMkLst>
        </pc:inkChg>
        <pc:inkChg chg="add del mod">
          <ac:chgData name="Jean-Christophe Serrano" userId="73106b23-ce21-4623-a757-4fcfeb57a141" providerId="ADAL" clId="{4188578B-42E3-4D2B-A026-117DFA88464C}" dt="2026-03-16T14:24:40.128" v="313" actId="9405"/>
          <ac:inkMkLst>
            <pc:docMk/>
            <pc:sldMk cId="506015394" sldId="259"/>
            <ac:inkMk id="33" creationId="{1C2B772B-5DE9-80DC-A61A-1C5C8D899261}"/>
          </ac:inkMkLst>
        </pc:inkChg>
        <pc:inkChg chg="add del mod">
          <ac:chgData name="Jean-Christophe Serrano" userId="73106b23-ce21-4623-a757-4fcfeb57a141" providerId="ADAL" clId="{4188578B-42E3-4D2B-A026-117DFA88464C}" dt="2026-03-16T14:24:39.898" v="312"/>
          <ac:inkMkLst>
            <pc:docMk/>
            <pc:sldMk cId="506015394" sldId="259"/>
            <ac:inkMk id="34" creationId="{CFC5F5F8-2AF5-08C9-5620-30C520F57711}"/>
          </ac:inkMkLst>
        </pc:inkChg>
        <pc:inkChg chg="add del mod">
          <ac:chgData name="Jean-Christophe Serrano" userId="73106b23-ce21-4623-a757-4fcfeb57a141" providerId="ADAL" clId="{4188578B-42E3-4D2B-A026-117DFA88464C}" dt="2026-03-16T14:25:27.875" v="341" actId="9405"/>
          <ac:inkMkLst>
            <pc:docMk/>
            <pc:sldMk cId="506015394" sldId="259"/>
            <ac:inkMk id="41" creationId="{F554220F-A1A4-B76C-DE90-EC3A62980702}"/>
          </ac:inkMkLst>
        </pc:inkChg>
        <pc:inkChg chg="add del mod">
          <ac:chgData name="Jean-Christophe Serrano" userId="73106b23-ce21-4623-a757-4fcfeb57a141" providerId="ADAL" clId="{4188578B-42E3-4D2B-A026-117DFA88464C}" dt="2026-03-16T14:25:27.614" v="340" actId="9405"/>
          <ac:inkMkLst>
            <pc:docMk/>
            <pc:sldMk cId="506015394" sldId="259"/>
            <ac:inkMk id="42" creationId="{3C4F4EEF-279F-207E-E475-C681A346A19B}"/>
          </ac:inkMkLst>
        </pc:inkChg>
        <pc:inkChg chg="add del mod">
          <ac:chgData name="Jean-Christophe Serrano" userId="73106b23-ce21-4623-a757-4fcfeb57a141" providerId="ADAL" clId="{4188578B-42E3-4D2B-A026-117DFA88464C}" dt="2026-03-16T14:25:27.357" v="339" actId="9405"/>
          <ac:inkMkLst>
            <pc:docMk/>
            <pc:sldMk cId="506015394" sldId="259"/>
            <ac:inkMk id="43" creationId="{D62FE603-8962-C029-790E-EEF9B6EEA743}"/>
          </ac:inkMkLst>
        </pc:inkChg>
        <pc:inkChg chg="add del mod">
          <ac:chgData name="Jean-Christophe Serrano" userId="73106b23-ce21-4623-a757-4fcfeb57a141" providerId="ADAL" clId="{4188578B-42E3-4D2B-A026-117DFA88464C}" dt="2026-03-16T14:25:27.131" v="338" actId="9405"/>
          <ac:inkMkLst>
            <pc:docMk/>
            <pc:sldMk cId="506015394" sldId="259"/>
            <ac:inkMk id="44" creationId="{083C9293-6264-603E-37AE-C8C235940DFD}"/>
          </ac:inkMkLst>
        </pc:inkChg>
        <pc:inkChg chg="add del mod">
          <ac:chgData name="Jean-Christophe Serrano" userId="73106b23-ce21-4623-a757-4fcfeb57a141" providerId="ADAL" clId="{4188578B-42E3-4D2B-A026-117DFA88464C}" dt="2026-03-16T14:25:26.917" v="337" actId="9405"/>
          <ac:inkMkLst>
            <pc:docMk/>
            <pc:sldMk cId="506015394" sldId="259"/>
            <ac:inkMk id="45" creationId="{292F6FF5-EB87-80F5-E688-08F6C76B41E7}"/>
          </ac:inkMkLst>
        </pc:inkChg>
        <pc:inkChg chg="add del mod">
          <ac:chgData name="Jean-Christophe Serrano" userId="73106b23-ce21-4623-a757-4fcfeb57a141" providerId="ADAL" clId="{4188578B-42E3-4D2B-A026-117DFA88464C}" dt="2026-03-16T14:25:26.677" v="336"/>
          <ac:inkMkLst>
            <pc:docMk/>
            <pc:sldMk cId="506015394" sldId="259"/>
            <ac:inkMk id="46" creationId="{4E750BF1-F5EA-9FF9-B3E0-9AF8BE966A4B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48" creationId="{3E9B83FD-1E84-6D7F-48EE-C1EDDAE15BD1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49" creationId="{9356E43F-0BF5-C43C-618D-5B245EE16B8E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50" creationId="{834D3065-6E4C-C26C-D5D7-E1C744A61400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51" creationId="{027DCDD0-95E2-C6FB-9C3F-D3B61245B10A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52" creationId="{1CD00480-5B82-E04C-B425-6049397216DD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54" creationId="{7BCC88EF-0368-2D2A-046E-37B1EF9EDF80}"/>
          </ac:inkMkLst>
        </pc:inkChg>
        <pc:inkChg chg="add mod">
          <ac:chgData name="Jean-Christophe Serrano" userId="73106b23-ce21-4623-a757-4fcfeb57a141" providerId="ADAL" clId="{4188578B-42E3-4D2B-A026-117DFA88464C}" dt="2026-03-16T14:25:49.454" v="350"/>
          <ac:inkMkLst>
            <pc:docMk/>
            <pc:sldMk cId="506015394" sldId="259"/>
            <ac:inkMk id="55" creationId="{FE9ECE7F-FDDA-0970-5864-4175267CADB1}"/>
          </ac:inkMkLst>
        </pc:inkChg>
        <pc:inkChg chg="add">
          <ac:chgData name="Jean-Christophe Serrano" userId="73106b23-ce21-4623-a757-4fcfeb57a141" providerId="ADAL" clId="{4188578B-42E3-4D2B-A026-117DFA88464C}" dt="2026-03-16T14:25:52.776" v="351" actId="9405"/>
          <ac:inkMkLst>
            <pc:docMk/>
            <pc:sldMk cId="506015394" sldId="259"/>
            <ac:inkMk id="57" creationId="{19BA8302-393C-980B-A8F4-BA1DC8240878}"/>
          </ac:inkMkLst>
        </pc:inkChg>
      </pc:sldChg>
      <pc:sldChg chg="addSp delSp modSp mod setBg setClrOvrMap">
        <pc:chgData name="Jean-Christophe Serrano" userId="73106b23-ce21-4623-a757-4fcfeb57a141" providerId="ADAL" clId="{4188578B-42E3-4D2B-A026-117DFA88464C}" dt="2026-03-16T14:53:20.287" v="552" actId="255"/>
        <pc:sldMkLst>
          <pc:docMk/>
          <pc:sldMk cId="3942389268" sldId="260"/>
        </pc:sldMkLst>
        <pc:spChg chg="mod ord">
          <ac:chgData name="Jean-Christophe Serrano" userId="73106b23-ce21-4623-a757-4fcfeb57a141" providerId="ADAL" clId="{4188578B-42E3-4D2B-A026-117DFA88464C}" dt="2026-03-16T14:53:20.287" v="552" actId="255"/>
          <ac:spMkLst>
            <pc:docMk/>
            <pc:sldMk cId="3942389268" sldId="260"/>
            <ac:spMk id="2" creationId="{E0EC3B95-F112-4924-81EB-C9C6D4002BB3}"/>
          </ac:spMkLst>
        </pc:spChg>
        <pc:spChg chg="mod ord">
          <ac:chgData name="Jean-Christophe Serrano" userId="73106b23-ce21-4623-a757-4fcfeb57a141" providerId="ADAL" clId="{4188578B-42E3-4D2B-A026-117DFA88464C}" dt="2026-03-16T14:53:15.072" v="551" actId="255"/>
          <ac:spMkLst>
            <pc:docMk/>
            <pc:sldMk cId="3942389268" sldId="260"/>
            <ac:spMk id="3" creationId="{1870A98D-D40D-2D82-D609-A4CA538610F5}"/>
          </ac:spMkLst>
        </pc:spChg>
        <pc:spChg chg="add del">
          <ac:chgData name="Jean-Christophe Serrano" userId="73106b23-ce21-4623-a757-4fcfeb57a141" providerId="ADAL" clId="{4188578B-42E3-4D2B-A026-117DFA88464C}" dt="2026-03-16T14:50:06.425" v="545" actId="26606"/>
          <ac:spMkLst>
            <pc:docMk/>
            <pc:sldMk cId="3942389268" sldId="260"/>
            <ac:spMk id="1028" creationId="{04812C46-200A-4DEB-A05E-3ED6C68C2387}"/>
          </ac:spMkLst>
        </pc:spChg>
        <pc:spChg chg="add del">
          <ac:chgData name="Jean-Christophe Serrano" userId="73106b23-ce21-4623-a757-4fcfeb57a141" providerId="ADAL" clId="{4188578B-42E3-4D2B-A026-117DFA88464C}" dt="2026-03-16T14:50:06.425" v="545" actId="26606"/>
          <ac:spMkLst>
            <pc:docMk/>
            <pc:sldMk cId="3942389268" sldId="260"/>
            <ac:spMk id="1029" creationId="{D1EA859B-E555-4109-94F3-6700E046E008}"/>
          </ac:spMkLst>
        </pc:spChg>
        <pc:spChg chg="add del">
          <ac:chgData name="Jean-Christophe Serrano" userId="73106b23-ce21-4623-a757-4fcfeb57a141" providerId="ADAL" clId="{4188578B-42E3-4D2B-A026-117DFA88464C}" dt="2026-03-16T14:39:55.302" v="428" actId="26606"/>
          <ac:spMkLst>
            <pc:docMk/>
            <pc:sldMk cId="3942389268" sldId="260"/>
            <ac:spMk id="1031" creationId="{058A14AF-9FB5-4CC7-BA35-E8E85D3EDF0E}"/>
          </ac:spMkLst>
        </pc:spChg>
        <pc:spChg chg="add del">
          <ac:chgData name="Jean-Christophe Serrano" userId="73106b23-ce21-4623-a757-4fcfeb57a141" providerId="ADAL" clId="{4188578B-42E3-4D2B-A026-117DFA88464C}" dt="2026-03-16T14:52:39.639" v="547" actId="26606"/>
          <ac:spMkLst>
            <pc:docMk/>
            <pc:sldMk cId="3942389268" sldId="260"/>
            <ac:spMk id="1032" creationId="{102382E0-0A09-46AE-B955-B911CAFE7F00}"/>
          </ac:spMkLst>
        </pc:spChg>
        <pc:spChg chg="add del">
          <ac:chgData name="Jean-Christophe Serrano" userId="73106b23-ce21-4623-a757-4fcfeb57a141" providerId="ADAL" clId="{4188578B-42E3-4D2B-A026-117DFA88464C}" dt="2026-03-16T14:39:55.302" v="428" actId="26606"/>
          <ac:spMkLst>
            <pc:docMk/>
            <pc:sldMk cId="3942389268" sldId="260"/>
            <ac:spMk id="1033" creationId="{3A9A4357-BD1D-4622-A4FE-766E6AB8DE84}"/>
          </ac:spMkLst>
        </pc:spChg>
        <pc:spChg chg="add del">
          <ac:chgData name="Jean-Christophe Serrano" userId="73106b23-ce21-4623-a757-4fcfeb57a141" providerId="ADAL" clId="{4188578B-42E3-4D2B-A026-117DFA88464C}" dt="2026-03-16T14:52:39.639" v="547" actId="26606"/>
          <ac:spMkLst>
            <pc:docMk/>
            <pc:sldMk cId="3942389268" sldId="260"/>
            <ac:spMk id="1034" creationId="{0D7B6173-1D58-48E2-83CF-37350F315F75}"/>
          </ac:spMkLst>
        </pc:spChg>
        <pc:spChg chg="add del">
          <ac:chgData name="Jean-Christophe Serrano" userId="73106b23-ce21-4623-a757-4fcfeb57a141" providerId="ADAL" clId="{4188578B-42E3-4D2B-A026-117DFA88464C}" dt="2026-03-16T14:39:55.302" v="428" actId="26606"/>
          <ac:spMkLst>
            <pc:docMk/>
            <pc:sldMk cId="3942389268" sldId="260"/>
            <ac:spMk id="1035" creationId="{E659831F-0D9A-4C63-9EBB-8435B85A440F}"/>
          </ac:spMkLst>
        </pc:spChg>
        <pc:spChg chg="add del">
          <ac:chgData name="Jean-Christophe Serrano" userId="73106b23-ce21-4623-a757-4fcfeb57a141" providerId="ADAL" clId="{4188578B-42E3-4D2B-A026-117DFA88464C}" dt="2026-03-16T14:52:39.639" v="547" actId="26606"/>
          <ac:spMkLst>
            <pc:docMk/>
            <pc:sldMk cId="3942389268" sldId="260"/>
            <ac:spMk id="1036" creationId="{2F36CA75-CFBF-4844-B719-8FE9EBADA9AF}"/>
          </ac:spMkLst>
        </pc:spChg>
        <pc:spChg chg="add del">
          <ac:chgData name="Jean-Christophe Serrano" userId="73106b23-ce21-4623-a757-4fcfeb57a141" providerId="ADAL" clId="{4188578B-42E3-4D2B-A026-117DFA88464C}" dt="2026-03-16T14:39:55.302" v="428" actId="26606"/>
          <ac:spMkLst>
            <pc:docMk/>
            <pc:sldMk cId="3942389268" sldId="260"/>
            <ac:spMk id="1037" creationId="{E6995CE5-F890-4ABA-82A2-26507CE8D2A3}"/>
          </ac:spMkLst>
        </pc:spChg>
        <pc:spChg chg="add del">
          <ac:chgData name="Jean-Christophe Serrano" userId="73106b23-ce21-4623-a757-4fcfeb57a141" providerId="ADAL" clId="{4188578B-42E3-4D2B-A026-117DFA88464C}" dt="2026-03-16T14:52:39.639" v="547" actId="26606"/>
          <ac:spMkLst>
            <pc:docMk/>
            <pc:sldMk cId="3942389268" sldId="260"/>
            <ac:spMk id="1038" creationId="{3D4A84B9-E564-4DD0-97F8-DBF1C460C28A}"/>
          </ac:spMkLst>
        </pc:spChg>
        <pc:spChg chg="add del">
          <ac:chgData name="Jean-Christophe Serrano" userId="73106b23-ce21-4623-a757-4fcfeb57a141" providerId="ADAL" clId="{4188578B-42E3-4D2B-A026-117DFA88464C}" dt="2026-03-16T14:41:01.130" v="438" actId="26606"/>
          <ac:spMkLst>
            <pc:docMk/>
            <pc:sldMk cId="3942389268" sldId="260"/>
            <ac:spMk id="1039" creationId="{04812C46-200A-4DEB-A05E-3ED6C68C2387}"/>
          </ac:spMkLst>
        </pc:spChg>
        <pc:spChg chg="add del">
          <ac:chgData name="Jean-Christophe Serrano" userId="73106b23-ce21-4623-a757-4fcfeb57a141" providerId="ADAL" clId="{4188578B-42E3-4D2B-A026-117DFA88464C}" dt="2026-03-16T14:41:01.130" v="438" actId="26606"/>
          <ac:spMkLst>
            <pc:docMk/>
            <pc:sldMk cId="3942389268" sldId="260"/>
            <ac:spMk id="1040" creationId="{D1EA859B-E555-4109-94F3-6700E046E008}"/>
          </ac:spMkLst>
        </pc:spChg>
        <pc:spChg chg="add del">
          <ac:chgData name="Jean-Christophe Serrano" userId="73106b23-ce21-4623-a757-4fcfeb57a141" providerId="ADAL" clId="{4188578B-42E3-4D2B-A026-117DFA88464C}" dt="2026-03-16T14:52:39.639" v="547" actId="26606"/>
          <ac:spMkLst>
            <pc:docMk/>
            <pc:sldMk cId="3942389268" sldId="260"/>
            <ac:spMk id="1042" creationId="{7DE75D4A-0965-4973-BE75-DECCAC9A9614}"/>
          </ac:spMkLst>
        </pc:spChg>
        <pc:spChg chg="add del">
          <ac:chgData name="Jean-Christophe Serrano" userId="73106b23-ce21-4623-a757-4fcfeb57a141" providerId="ADAL" clId="{4188578B-42E3-4D2B-A026-117DFA88464C}" dt="2026-03-16T14:41:01.114" v="437" actId="26606"/>
          <ac:spMkLst>
            <pc:docMk/>
            <pc:sldMk cId="3942389268" sldId="260"/>
            <ac:spMk id="1045" creationId="{04C21BAE-6866-4C7A-A7EC-C1B2E572D5BE}"/>
          </ac:spMkLst>
        </pc:spChg>
        <pc:spChg chg="add del">
          <ac:chgData name="Jean-Christophe Serrano" userId="73106b23-ce21-4623-a757-4fcfeb57a141" providerId="ADAL" clId="{4188578B-42E3-4D2B-A026-117DFA88464C}" dt="2026-03-16T14:52:59.984" v="548" actId="26606"/>
          <ac:spMkLst>
            <pc:docMk/>
            <pc:sldMk cId="3942389268" sldId="260"/>
            <ac:spMk id="1046" creationId="{C5E6CFF1-2F42-4E10-9A97-F116F46F53FE}"/>
          </ac:spMkLst>
        </pc:spChg>
        <pc:spChg chg="add del">
          <ac:chgData name="Jean-Christophe Serrano" userId="73106b23-ce21-4623-a757-4fcfeb57a141" providerId="ADAL" clId="{4188578B-42E3-4D2B-A026-117DFA88464C}" dt="2026-03-16T14:41:01.114" v="437" actId="26606"/>
          <ac:spMkLst>
            <pc:docMk/>
            <pc:sldMk cId="3942389268" sldId="260"/>
            <ac:spMk id="1047" creationId="{C74F2646-08C7-4051-81DA-751C43A03FC1}"/>
          </ac:spMkLst>
        </pc:spChg>
        <pc:spChg chg="add del">
          <ac:chgData name="Jean-Christophe Serrano" userId="73106b23-ce21-4623-a757-4fcfeb57a141" providerId="ADAL" clId="{4188578B-42E3-4D2B-A026-117DFA88464C}" dt="2026-03-16T14:41:01.114" v="437" actId="26606"/>
          <ac:spMkLst>
            <pc:docMk/>
            <pc:sldMk cId="3942389268" sldId="260"/>
            <ac:spMk id="1049" creationId="{DCD6552F-C98B-4FBA-842F-3EF2D5ACA1FF}"/>
          </ac:spMkLst>
        </pc:spChg>
        <pc:spChg chg="add">
          <ac:chgData name="Jean-Christophe Serrano" userId="73106b23-ce21-4623-a757-4fcfeb57a141" providerId="ADAL" clId="{4188578B-42E3-4D2B-A026-117DFA88464C}" dt="2026-03-16T14:52:59.984" v="548" actId="26606"/>
          <ac:spMkLst>
            <pc:docMk/>
            <pc:sldMk cId="3942389268" sldId="260"/>
            <ac:spMk id="1050" creationId="{7C432AFE-B3D2-4BFF-BF8F-96C27AFF1AC7}"/>
          </ac:spMkLst>
        </pc:spChg>
        <pc:spChg chg="add del">
          <ac:chgData name="Jean-Christophe Serrano" userId="73106b23-ce21-4623-a757-4fcfeb57a141" providerId="ADAL" clId="{4188578B-42E3-4D2B-A026-117DFA88464C}" dt="2026-03-16T14:41:01.114" v="437" actId="26606"/>
          <ac:spMkLst>
            <pc:docMk/>
            <pc:sldMk cId="3942389268" sldId="260"/>
            <ac:spMk id="1051" creationId="{F0C518C2-0AA4-470C-87B9-9CBF428FBA25}"/>
          </ac:spMkLst>
        </pc:spChg>
        <pc:spChg chg="add del">
          <ac:chgData name="Jean-Christophe Serrano" userId="73106b23-ce21-4623-a757-4fcfeb57a141" providerId="ADAL" clId="{4188578B-42E3-4D2B-A026-117DFA88464C}" dt="2026-03-16T14:45:23.628" v="457" actId="26606"/>
          <ac:spMkLst>
            <pc:docMk/>
            <pc:sldMk cId="3942389268" sldId="260"/>
            <ac:spMk id="1053" creationId="{F13C74B1-5B17-4795-BED0-7140497B445A}"/>
          </ac:spMkLst>
        </pc:spChg>
        <pc:spChg chg="add del">
          <ac:chgData name="Jean-Christophe Serrano" userId="73106b23-ce21-4623-a757-4fcfeb57a141" providerId="ADAL" clId="{4188578B-42E3-4D2B-A026-117DFA88464C}" dt="2026-03-16T14:45:23.628" v="457" actId="26606"/>
          <ac:spMkLst>
            <pc:docMk/>
            <pc:sldMk cId="3942389268" sldId="260"/>
            <ac:spMk id="1054" creationId="{D4974D33-8DC5-464E-8C6D-BE58F0669C17}"/>
          </ac:spMkLst>
        </pc:spChg>
        <pc:spChg chg="add">
          <ac:chgData name="Jean-Christophe Serrano" userId="73106b23-ce21-4623-a757-4fcfeb57a141" providerId="ADAL" clId="{4188578B-42E3-4D2B-A026-117DFA88464C}" dt="2026-03-16T14:52:59.984" v="548" actId="26606"/>
          <ac:spMkLst>
            <pc:docMk/>
            <pc:sldMk cId="3942389268" sldId="260"/>
            <ac:spMk id="1055" creationId="{AF2F604E-43BE-4DC3-B983-E071523364F8}"/>
          </ac:spMkLst>
        </pc:spChg>
        <pc:spChg chg="add">
          <ac:chgData name="Jean-Christophe Serrano" userId="73106b23-ce21-4623-a757-4fcfeb57a141" providerId="ADAL" clId="{4188578B-42E3-4D2B-A026-117DFA88464C}" dt="2026-03-16T14:52:59.984" v="548" actId="26606"/>
          <ac:spMkLst>
            <pc:docMk/>
            <pc:sldMk cId="3942389268" sldId="260"/>
            <ac:spMk id="1057" creationId="{08C9B587-E65E-4B52-B37C-ABEBB6E87928}"/>
          </ac:spMkLst>
        </pc:spChg>
        <pc:picChg chg="add mod ord">
          <ac:chgData name="Jean-Christophe Serrano" userId="73106b23-ce21-4623-a757-4fcfeb57a141" providerId="ADAL" clId="{4188578B-42E3-4D2B-A026-117DFA88464C}" dt="2026-03-16T14:52:59.984" v="548" actId="26606"/>
          <ac:picMkLst>
            <pc:docMk/>
            <pc:sldMk cId="3942389268" sldId="260"/>
            <ac:picMk id="1026" creationId="{C2F28E48-DAB2-2512-BFBA-9D69C5633AFE}"/>
          </ac:picMkLst>
        </pc:picChg>
        <pc:picChg chg="del">
          <ac:chgData name="Jean-Christophe Serrano" userId="73106b23-ce21-4623-a757-4fcfeb57a141" providerId="ADAL" clId="{4188578B-42E3-4D2B-A026-117DFA88464C}" dt="2026-03-16T14:52:39.639" v="547" actId="26606"/>
          <ac:picMkLst>
            <pc:docMk/>
            <pc:sldMk cId="3942389268" sldId="260"/>
            <ac:picMk id="1044" creationId="{4A599609-F5C2-4A0B-A992-913F814A631A}"/>
          </ac:picMkLst>
        </pc:picChg>
        <pc:cxnChg chg="del">
          <ac:chgData name="Jean-Christophe Serrano" userId="73106b23-ce21-4623-a757-4fcfeb57a141" providerId="ADAL" clId="{4188578B-42E3-4D2B-A026-117DFA88464C}" dt="2026-03-16T14:52:59.984" v="548" actId="26606"/>
          <ac:cxnSpMkLst>
            <pc:docMk/>
            <pc:sldMk cId="3942389268" sldId="260"/>
            <ac:cxnSpMk id="1048" creationId="{96A8629B-8289-498B-939B-1CA0C106182C}"/>
          </ac:cxnSpMkLst>
        </pc:cxnChg>
      </pc:sldChg>
      <pc:sldChg chg="addSp delSp modSp new mod setBg">
        <pc:chgData name="Jean-Christophe Serrano" userId="73106b23-ce21-4623-a757-4fcfeb57a141" providerId="ADAL" clId="{4188578B-42E3-4D2B-A026-117DFA88464C}" dt="2026-03-16T14:53:52.203" v="557" actId="1076"/>
        <pc:sldMkLst>
          <pc:docMk/>
          <pc:sldMk cId="2333712965" sldId="261"/>
        </pc:sldMkLst>
        <pc:spChg chg="mod">
          <ac:chgData name="Jean-Christophe Serrano" userId="73106b23-ce21-4623-a757-4fcfeb57a141" providerId="ADAL" clId="{4188578B-42E3-4D2B-A026-117DFA88464C}" dt="2026-03-16T14:53:38.385" v="554" actId="26606"/>
          <ac:spMkLst>
            <pc:docMk/>
            <pc:sldMk cId="2333712965" sldId="261"/>
            <ac:spMk id="2" creationId="{27530EA9-6749-52D1-CC8D-68EDC9690969}"/>
          </ac:spMkLst>
        </pc:spChg>
        <pc:spChg chg="del">
          <ac:chgData name="Jean-Christophe Serrano" userId="73106b23-ce21-4623-a757-4fcfeb57a141" providerId="ADAL" clId="{4188578B-42E3-4D2B-A026-117DFA88464C}" dt="2026-03-16T08:48:32.704" v="249"/>
          <ac:spMkLst>
            <pc:docMk/>
            <pc:sldMk cId="2333712965" sldId="261"/>
            <ac:spMk id="3" creationId="{655F47B7-31AE-EF1A-DE19-CF75BFE46C46}"/>
          </ac:spMkLst>
        </pc:spChg>
        <pc:picChg chg="add del mod">
          <ac:chgData name="Jean-Christophe Serrano" userId="73106b23-ce21-4623-a757-4fcfeb57a141" providerId="ADAL" clId="{4188578B-42E3-4D2B-A026-117DFA88464C}" dt="2026-03-16T08:48:34.202" v="250" actId="478"/>
          <ac:picMkLst>
            <pc:docMk/>
            <pc:sldMk cId="2333712965" sldId="261"/>
            <ac:picMk id="5" creationId="{D7B3962E-8C55-7013-3653-B2209AEA27FC}"/>
          </ac:picMkLst>
        </pc:picChg>
        <pc:picChg chg="add mod ord">
          <ac:chgData name="Jean-Christophe Serrano" userId="73106b23-ce21-4623-a757-4fcfeb57a141" providerId="ADAL" clId="{4188578B-42E3-4D2B-A026-117DFA88464C}" dt="2026-03-16T14:53:52.203" v="557" actId="1076"/>
          <ac:picMkLst>
            <pc:docMk/>
            <pc:sldMk cId="2333712965" sldId="261"/>
            <ac:picMk id="7" creationId="{D6B9E4ED-3A9F-B072-F2D4-936D7D84590D}"/>
          </ac:picMkLst>
        </pc:picChg>
        <pc:cxnChg chg="add">
          <ac:chgData name="Jean-Christophe Serrano" userId="73106b23-ce21-4623-a757-4fcfeb57a141" providerId="ADAL" clId="{4188578B-42E3-4D2B-A026-117DFA88464C}" dt="2026-03-16T14:53:38.385" v="554" actId="26606"/>
          <ac:cxnSpMkLst>
            <pc:docMk/>
            <pc:sldMk cId="2333712965" sldId="261"/>
            <ac:cxnSpMk id="12" creationId="{192712F8-36FA-35DF-0CE8-4098D93322A3}"/>
          </ac:cxnSpMkLst>
        </pc:cxnChg>
        <pc:cxnChg chg="add">
          <ac:chgData name="Jean-Christophe Serrano" userId="73106b23-ce21-4623-a757-4fcfeb57a141" providerId="ADAL" clId="{4188578B-42E3-4D2B-A026-117DFA88464C}" dt="2026-03-16T14:53:38.385" v="554" actId="26606"/>
          <ac:cxnSpMkLst>
            <pc:docMk/>
            <pc:sldMk cId="2333712965" sldId="261"/>
            <ac:cxnSpMk id="14" creationId="{AF9469B9-6468-5B6A-E832-8D4590388432}"/>
          </ac:cxnSpMkLst>
        </pc:cxnChg>
      </pc:sldChg>
      <pc:sldChg chg="addSp delSp modSp mod">
        <pc:chgData name="Jean-Christophe Serrano" userId="73106b23-ce21-4623-a757-4fcfeb57a141" providerId="ADAL" clId="{4188578B-42E3-4D2B-A026-117DFA88464C}" dt="2026-03-16T15:13:39.040" v="593" actId="22"/>
        <pc:sldMkLst>
          <pc:docMk/>
          <pc:sldMk cId="1787426261" sldId="262"/>
        </pc:sldMkLst>
        <pc:spChg chg="add del mod">
          <ac:chgData name="Jean-Christophe Serrano" userId="73106b23-ce21-4623-a757-4fcfeb57a141" providerId="ADAL" clId="{4188578B-42E3-4D2B-A026-117DFA88464C}" dt="2026-03-16T15:13:39.040" v="593" actId="22"/>
          <ac:spMkLst>
            <pc:docMk/>
            <pc:sldMk cId="1787426261" sldId="262"/>
            <ac:spMk id="5" creationId="{B7DE3FD6-F37A-706B-5C2F-261B25AF951D}"/>
          </ac:spMkLst>
        </pc:spChg>
      </pc:sldChg>
      <pc:sldChg chg="addSp delSp modSp new mod setBg addAnim delAnim setClrOvrMap">
        <pc:chgData name="Jean-Christophe Serrano" userId="73106b23-ce21-4623-a757-4fcfeb57a141" providerId="ADAL" clId="{4188578B-42E3-4D2B-A026-117DFA88464C}" dt="2026-03-16T15:33:35.813" v="628" actId="27636"/>
        <pc:sldMkLst>
          <pc:docMk/>
          <pc:sldMk cId="454465971" sldId="266"/>
        </pc:sldMkLst>
        <pc:spChg chg="add del mod">
          <ac:chgData name="Jean-Christophe Serrano" userId="73106b23-ce21-4623-a757-4fcfeb57a141" providerId="ADAL" clId="{4188578B-42E3-4D2B-A026-117DFA88464C}" dt="2026-03-16T14:49:40.399" v="544" actId="26606"/>
          <ac:spMkLst>
            <pc:docMk/>
            <pc:sldMk cId="454465971" sldId="266"/>
            <ac:spMk id="2" creationId="{C14D521E-D0AF-01F2-23E4-C396C1798FB7}"/>
          </ac:spMkLst>
        </pc:spChg>
        <pc:spChg chg="mod ord">
          <ac:chgData name="Jean-Christophe Serrano" userId="73106b23-ce21-4623-a757-4fcfeb57a141" providerId="ADAL" clId="{4188578B-42E3-4D2B-A026-117DFA88464C}" dt="2026-03-16T15:33:35.813" v="628" actId="27636"/>
          <ac:spMkLst>
            <pc:docMk/>
            <pc:sldMk cId="454465971" sldId="266"/>
            <ac:spMk id="3" creationId="{EC8AD011-E0A0-F298-4635-208779C049F3}"/>
          </ac:spMkLst>
        </pc:spChg>
        <pc:spChg chg="add del">
          <ac:chgData name="Jean-Christophe Serrano" userId="73106b23-ce21-4623-a757-4fcfeb57a141" providerId="ADAL" clId="{4188578B-42E3-4D2B-A026-117DFA88464C}" dt="2026-03-16T14:48:38.301" v="474" actId="26606"/>
          <ac:spMkLst>
            <pc:docMk/>
            <pc:sldMk cId="454465971" sldId="266"/>
            <ac:spMk id="2055" creationId="{D009D6D5-DAC2-4A8B-A17A-E206B9012D09}"/>
          </ac:spMkLst>
        </pc:spChg>
        <pc:spChg chg="add del">
          <ac:chgData name="Jean-Christophe Serrano" userId="73106b23-ce21-4623-a757-4fcfeb57a141" providerId="ADAL" clId="{4188578B-42E3-4D2B-A026-117DFA88464C}" dt="2026-03-16T14:49:40.399" v="543" actId="26606"/>
          <ac:spMkLst>
            <pc:docMk/>
            <pc:sldMk cId="454465971" sldId="266"/>
            <ac:spMk id="2057" creationId="{04812C46-200A-4DEB-A05E-3ED6C68C2387}"/>
          </ac:spMkLst>
        </pc:spChg>
        <pc:spChg chg="add del">
          <ac:chgData name="Jean-Christophe Serrano" userId="73106b23-ce21-4623-a757-4fcfeb57a141" providerId="ADAL" clId="{4188578B-42E3-4D2B-A026-117DFA88464C}" dt="2026-03-16T14:49:40.399" v="543" actId="26606"/>
          <ac:spMkLst>
            <pc:docMk/>
            <pc:sldMk cId="454465971" sldId="266"/>
            <ac:spMk id="2059" creationId="{D1EA859B-E555-4109-94F3-6700E046E008}"/>
          </ac:spMkLst>
        </pc:spChg>
        <pc:spChg chg="add del">
          <ac:chgData name="Jean-Christophe Serrano" userId="73106b23-ce21-4623-a757-4fcfeb57a141" providerId="ADAL" clId="{4188578B-42E3-4D2B-A026-117DFA88464C}" dt="2026-03-16T14:48:38.135" v="473" actId="26606"/>
          <ac:spMkLst>
            <pc:docMk/>
            <pc:sldMk cId="454465971" sldId="266"/>
            <ac:spMk id="2060" creationId="{04812C46-200A-4DEB-A05E-3ED6C68C2387}"/>
          </ac:spMkLst>
        </pc:spChg>
        <pc:spChg chg="add">
          <ac:chgData name="Jean-Christophe Serrano" userId="73106b23-ce21-4623-a757-4fcfeb57a141" providerId="ADAL" clId="{4188578B-42E3-4D2B-A026-117DFA88464C}" dt="2026-03-16T14:49:40.399" v="544" actId="26606"/>
          <ac:spMkLst>
            <pc:docMk/>
            <pc:sldMk cId="454465971" sldId="266"/>
            <ac:spMk id="2061" creationId="{71B2258F-86CA-4D4D-8270-BC05FCDEBFB3}"/>
          </ac:spMkLst>
        </pc:spChg>
        <pc:spChg chg="add del">
          <ac:chgData name="Jean-Christophe Serrano" userId="73106b23-ce21-4623-a757-4fcfeb57a141" providerId="ADAL" clId="{4188578B-42E3-4D2B-A026-117DFA88464C}" dt="2026-03-16T14:48:38.135" v="473" actId="26606"/>
          <ac:spMkLst>
            <pc:docMk/>
            <pc:sldMk cId="454465971" sldId="266"/>
            <ac:spMk id="2062" creationId="{D1EA859B-E555-4109-94F3-6700E046E008}"/>
          </ac:spMkLst>
        </pc:spChg>
        <pc:picChg chg="add del mod">
          <ac:chgData name="Jean-Christophe Serrano" userId="73106b23-ce21-4623-a757-4fcfeb57a141" providerId="ADAL" clId="{4188578B-42E3-4D2B-A026-117DFA88464C}" dt="2026-03-16T14:48:45.016" v="476" actId="478"/>
          <ac:picMkLst>
            <pc:docMk/>
            <pc:sldMk cId="454465971" sldId="266"/>
            <ac:picMk id="2050" creationId="{646688CA-4F14-A113-58F6-652E3A4E899F}"/>
          </ac:picMkLst>
        </pc:picChg>
        <pc:picChg chg="add mod ord">
          <ac:chgData name="Jean-Christophe Serrano" userId="73106b23-ce21-4623-a757-4fcfeb57a141" providerId="ADAL" clId="{4188578B-42E3-4D2B-A026-117DFA88464C}" dt="2026-03-16T14:49:40.399" v="544" actId="26606"/>
          <ac:picMkLst>
            <pc:docMk/>
            <pc:sldMk cId="454465971" sldId="266"/>
            <ac:picMk id="2052" creationId="{595BD9EE-2879-06EC-4027-896DBC18BAD5}"/>
          </ac:picMkLst>
        </pc:picChg>
      </pc:sldChg>
      <pc:sldChg chg="addSp delSp modSp new mod setBg">
        <pc:chgData name="Jean-Christophe Serrano" userId="73106b23-ce21-4623-a757-4fcfeb57a141" providerId="ADAL" clId="{4188578B-42E3-4D2B-A026-117DFA88464C}" dt="2026-03-16T15:00:46.113" v="575" actId="255"/>
        <pc:sldMkLst>
          <pc:docMk/>
          <pc:sldMk cId="583398316" sldId="267"/>
        </pc:sldMkLst>
        <pc:spChg chg="mod">
          <ac:chgData name="Jean-Christophe Serrano" userId="73106b23-ce21-4623-a757-4fcfeb57a141" providerId="ADAL" clId="{4188578B-42E3-4D2B-A026-117DFA88464C}" dt="2026-03-16T15:00:39.761" v="574" actId="255"/>
          <ac:spMkLst>
            <pc:docMk/>
            <pc:sldMk cId="583398316" sldId="267"/>
            <ac:spMk id="2" creationId="{E71F5456-04F7-A51B-EBE9-FF87983F81FE}"/>
          </ac:spMkLst>
        </pc:spChg>
        <pc:spChg chg="mod">
          <ac:chgData name="Jean-Christophe Serrano" userId="73106b23-ce21-4623-a757-4fcfeb57a141" providerId="ADAL" clId="{4188578B-42E3-4D2B-A026-117DFA88464C}" dt="2026-03-16T15:00:46.113" v="575" actId="255"/>
          <ac:spMkLst>
            <pc:docMk/>
            <pc:sldMk cId="583398316" sldId="267"/>
            <ac:spMk id="3" creationId="{62D05BA1-EBB2-8356-B4CB-D1D35BE01ED9}"/>
          </ac:spMkLst>
        </pc:spChg>
        <pc:spChg chg="add">
          <ac:chgData name="Jean-Christophe Serrano" userId="73106b23-ce21-4623-a757-4fcfeb57a141" providerId="ADAL" clId="{4188578B-42E3-4D2B-A026-117DFA88464C}" dt="2026-03-16T14:59:24.279" v="564"/>
          <ac:spMkLst>
            <pc:docMk/>
            <pc:sldMk cId="583398316" sldId="267"/>
            <ac:spMk id="4" creationId="{56D96F13-AE54-184D-503F-4494C2478964}"/>
          </ac:spMkLst>
        </pc:spChg>
        <pc:spChg chg="add del">
          <ac:chgData name="Jean-Christophe Serrano" userId="73106b23-ce21-4623-a757-4fcfeb57a141" providerId="ADAL" clId="{4188578B-42E3-4D2B-A026-117DFA88464C}" dt="2026-03-16T14:59:29.310" v="566" actId="478"/>
          <ac:spMkLst>
            <pc:docMk/>
            <pc:sldMk cId="583398316" sldId="267"/>
            <ac:spMk id="5" creationId="{15D3C568-66C0-AB07-98FA-6AB9DA0676DB}"/>
          </ac:spMkLst>
        </pc:spChg>
        <pc:spChg chg="add del">
          <ac:chgData name="Jean-Christophe Serrano" userId="73106b23-ce21-4623-a757-4fcfeb57a141" providerId="ADAL" clId="{4188578B-42E3-4D2B-A026-117DFA88464C}" dt="2026-03-16T14:59:37.809" v="568" actId="478"/>
          <ac:spMkLst>
            <pc:docMk/>
            <pc:sldMk cId="583398316" sldId="267"/>
            <ac:spMk id="6" creationId="{876A3EF7-2DFF-8229-0274-84B26A6BC85B}"/>
          </ac:spMkLst>
        </pc:spChg>
        <pc:spChg chg="add del mod">
          <ac:chgData name="Jean-Christophe Serrano" userId="73106b23-ce21-4623-a757-4fcfeb57a141" providerId="ADAL" clId="{4188578B-42E3-4D2B-A026-117DFA88464C}" dt="2026-03-16T14:59:53.848" v="571" actId="478"/>
          <ac:spMkLst>
            <pc:docMk/>
            <pc:sldMk cId="583398316" sldId="267"/>
            <ac:spMk id="7" creationId="{D43A1848-968B-3163-8679-28A004301542}"/>
          </ac:spMkLst>
        </pc:spChg>
        <pc:spChg chg="add">
          <ac:chgData name="Jean-Christophe Serrano" userId="73106b23-ce21-4623-a757-4fcfeb57a141" providerId="ADAL" clId="{4188578B-42E3-4D2B-A026-117DFA88464C}" dt="2026-03-16T15:00:29.972" v="573" actId="26606"/>
          <ac:spMkLst>
            <pc:docMk/>
            <pc:sldMk cId="583398316" sldId="267"/>
            <ac:spMk id="14" creationId="{7C432AFE-B3D2-4BFF-BF8F-96C27AFF1AC7}"/>
          </ac:spMkLst>
        </pc:spChg>
        <pc:spChg chg="add">
          <ac:chgData name="Jean-Christophe Serrano" userId="73106b23-ce21-4623-a757-4fcfeb57a141" providerId="ADAL" clId="{4188578B-42E3-4D2B-A026-117DFA88464C}" dt="2026-03-16T15:00:29.972" v="573" actId="26606"/>
          <ac:spMkLst>
            <pc:docMk/>
            <pc:sldMk cId="583398316" sldId="267"/>
            <ac:spMk id="16" creationId="{AF2F604E-43BE-4DC3-B983-E071523364F8}"/>
          </ac:spMkLst>
        </pc:spChg>
        <pc:spChg chg="add">
          <ac:chgData name="Jean-Christophe Serrano" userId="73106b23-ce21-4623-a757-4fcfeb57a141" providerId="ADAL" clId="{4188578B-42E3-4D2B-A026-117DFA88464C}" dt="2026-03-16T15:00:29.972" v="573" actId="26606"/>
          <ac:spMkLst>
            <pc:docMk/>
            <pc:sldMk cId="583398316" sldId="267"/>
            <ac:spMk id="18" creationId="{08C9B587-E65E-4B52-B37C-ABEBB6E87928}"/>
          </ac:spMkLst>
        </pc:spChg>
        <pc:picChg chg="add mod ord">
          <ac:chgData name="Jean-Christophe Serrano" userId="73106b23-ce21-4623-a757-4fcfeb57a141" providerId="ADAL" clId="{4188578B-42E3-4D2B-A026-117DFA88464C}" dt="2026-03-16T15:00:29.972" v="573" actId="26606"/>
          <ac:picMkLst>
            <pc:docMk/>
            <pc:sldMk cId="583398316" sldId="267"/>
            <ac:picMk id="9" creationId="{78261043-6369-4E71-3892-5BC5B66E53E4}"/>
          </ac:picMkLst>
        </pc:picChg>
      </pc:sldChg>
      <pc:sldChg chg="addSp delSp modSp new mod setBg">
        <pc:chgData name="Jean-Christophe Serrano" userId="73106b23-ce21-4623-a757-4fcfeb57a141" providerId="ADAL" clId="{4188578B-42E3-4D2B-A026-117DFA88464C}" dt="2026-03-16T15:06:12.893" v="589" actId="255"/>
        <pc:sldMkLst>
          <pc:docMk/>
          <pc:sldMk cId="2851429643" sldId="268"/>
        </pc:sldMkLst>
        <pc:spChg chg="mod">
          <ac:chgData name="Jean-Christophe Serrano" userId="73106b23-ce21-4623-a757-4fcfeb57a141" providerId="ADAL" clId="{4188578B-42E3-4D2B-A026-117DFA88464C}" dt="2026-03-16T15:06:08.342" v="588" actId="255"/>
          <ac:spMkLst>
            <pc:docMk/>
            <pc:sldMk cId="2851429643" sldId="268"/>
            <ac:spMk id="2" creationId="{631C4BE3-5A67-D135-9AC4-CC44A608D40F}"/>
          </ac:spMkLst>
        </pc:spChg>
        <pc:spChg chg="mod">
          <ac:chgData name="Jean-Christophe Serrano" userId="73106b23-ce21-4623-a757-4fcfeb57a141" providerId="ADAL" clId="{4188578B-42E3-4D2B-A026-117DFA88464C}" dt="2026-03-16T15:06:12.893" v="589" actId="255"/>
          <ac:spMkLst>
            <pc:docMk/>
            <pc:sldMk cId="2851429643" sldId="268"/>
            <ac:spMk id="3" creationId="{63D20B42-5F64-B9E1-51FB-CD795EAF44CC}"/>
          </ac:spMkLst>
        </pc:spChg>
        <pc:spChg chg="add">
          <ac:chgData name="Jean-Christophe Serrano" userId="73106b23-ce21-4623-a757-4fcfeb57a141" providerId="ADAL" clId="{4188578B-42E3-4D2B-A026-117DFA88464C}" dt="2026-03-16T15:04:34.963" v="581"/>
          <ac:spMkLst>
            <pc:docMk/>
            <pc:sldMk cId="2851429643" sldId="268"/>
            <ac:spMk id="4" creationId="{C37BF84F-6CAC-5728-6DC4-8FC35F78F924}"/>
          </ac:spMkLst>
        </pc:spChg>
        <pc:spChg chg="add del">
          <ac:chgData name="Jean-Christophe Serrano" userId="73106b23-ce21-4623-a757-4fcfeb57a141" providerId="ADAL" clId="{4188578B-42E3-4D2B-A026-117DFA88464C}" dt="2026-03-16T15:05:11.253" v="584" actId="26606"/>
          <ac:spMkLst>
            <pc:docMk/>
            <pc:sldMk cId="2851429643" sldId="268"/>
            <ac:spMk id="11" creationId="{7C432AFE-B3D2-4BFF-BF8F-96C27AFF1AC7}"/>
          </ac:spMkLst>
        </pc:spChg>
        <pc:spChg chg="add del">
          <ac:chgData name="Jean-Christophe Serrano" userId="73106b23-ce21-4623-a757-4fcfeb57a141" providerId="ADAL" clId="{4188578B-42E3-4D2B-A026-117DFA88464C}" dt="2026-03-16T15:05:11.253" v="584" actId="26606"/>
          <ac:spMkLst>
            <pc:docMk/>
            <pc:sldMk cId="2851429643" sldId="268"/>
            <ac:spMk id="13" creationId="{AF2F604E-43BE-4DC3-B983-E071523364F8}"/>
          </ac:spMkLst>
        </pc:spChg>
        <pc:spChg chg="add del">
          <ac:chgData name="Jean-Christophe Serrano" userId="73106b23-ce21-4623-a757-4fcfeb57a141" providerId="ADAL" clId="{4188578B-42E3-4D2B-A026-117DFA88464C}" dt="2026-03-16T15:05:11.253" v="584" actId="26606"/>
          <ac:spMkLst>
            <pc:docMk/>
            <pc:sldMk cId="2851429643" sldId="268"/>
            <ac:spMk id="15" creationId="{08C9B587-E65E-4B52-B37C-ABEBB6E87928}"/>
          </ac:spMkLst>
        </pc:spChg>
        <pc:spChg chg="add">
          <ac:chgData name="Jean-Christophe Serrano" userId="73106b23-ce21-4623-a757-4fcfeb57a141" providerId="ADAL" clId="{4188578B-42E3-4D2B-A026-117DFA88464C}" dt="2026-03-16T15:05:53.151" v="587" actId="26606"/>
          <ac:spMkLst>
            <pc:docMk/>
            <pc:sldMk cId="2851429643" sldId="268"/>
            <ac:spMk id="4105" creationId="{7C432AFE-B3D2-4BFF-BF8F-96C27AFF1AC7}"/>
          </ac:spMkLst>
        </pc:spChg>
        <pc:spChg chg="add">
          <ac:chgData name="Jean-Christophe Serrano" userId="73106b23-ce21-4623-a757-4fcfeb57a141" providerId="ADAL" clId="{4188578B-42E3-4D2B-A026-117DFA88464C}" dt="2026-03-16T15:05:53.151" v="587" actId="26606"/>
          <ac:spMkLst>
            <pc:docMk/>
            <pc:sldMk cId="2851429643" sldId="268"/>
            <ac:spMk id="4107" creationId="{AF2F604E-43BE-4DC3-B983-E071523364F8}"/>
          </ac:spMkLst>
        </pc:spChg>
        <pc:spChg chg="add">
          <ac:chgData name="Jean-Christophe Serrano" userId="73106b23-ce21-4623-a757-4fcfeb57a141" providerId="ADAL" clId="{4188578B-42E3-4D2B-A026-117DFA88464C}" dt="2026-03-16T15:05:53.151" v="587" actId="26606"/>
          <ac:spMkLst>
            <pc:docMk/>
            <pc:sldMk cId="2851429643" sldId="268"/>
            <ac:spMk id="4109" creationId="{08C9B587-E65E-4B52-B37C-ABEBB6E87928}"/>
          </ac:spMkLst>
        </pc:spChg>
        <pc:picChg chg="add del mod ord">
          <ac:chgData name="Jean-Christophe Serrano" userId="73106b23-ce21-4623-a757-4fcfeb57a141" providerId="ADAL" clId="{4188578B-42E3-4D2B-A026-117DFA88464C}" dt="2026-03-16T15:05:11.482" v="585" actId="931"/>
          <ac:picMkLst>
            <pc:docMk/>
            <pc:sldMk cId="2851429643" sldId="268"/>
            <ac:picMk id="6" creationId="{14573371-BA79-02D4-A3CC-41785B4747A0}"/>
          </ac:picMkLst>
        </pc:picChg>
        <pc:picChg chg="add mod ord">
          <ac:chgData name="Jean-Christophe Serrano" userId="73106b23-ce21-4623-a757-4fcfeb57a141" providerId="ADAL" clId="{4188578B-42E3-4D2B-A026-117DFA88464C}" dt="2026-03-16T15:05:53.151" v="587" actId="26606"/>
          <ac:picMkLst>
            <pc:docMk/>
            <pc:sldMk cId="2851429643" sldId="268"/>
            <ac:picMk id="4100" creationId="{817FD8BC-2BD3-432A-B40C-F692220329AF}"/>
          </ac:picMkLst>
        </pc:picChg>
      </pc:sldChg>
      <pc:sldChg chg="addSp modSp new mod setBg">
        <pc:chgData name="Jean-Christophe Serrano" userId="73106b23-ce21-4623-a757-4fcfeb57a141" providerId="ADAL" clId="{4188578B-42E3-4D2B-A026-117DFA88464C}" dt="2026-03-16T15:25:29.220" v="605" actId="255"/>
        <pc:sldMkLst>
          <pc:docMk/>
          <pc:sldMk cId="1401128112" sldId="269"/>
        </pc:sldMkLst>
        <pc:spChg chg="mod">
          <ac:chgData name="Jean-Christophe Serrano" userId="73106b23-ce21-4623-a757-4fcfeb57a141" providerId="ADAL" clId="{4188578B-42E3-4D2B-A026-117DFA88464C}" dt="2026-03-16T15:25:23.920" v="604" actId="255"/>
          <ac:spMkLst>
            <pc:docMk/>
            <pc:sldMk cId="1401128112" sldId="269"/>
            <ac:spMk id="2" creationId="{814DECF0-73AB-6298-5C23-1B750C189EF1}"/>
          </ac:spMkLst>
        </pc:spChg>
        <pc:spChg chg="mod">
          <ac:chgData name="Jean-Christophe Serrano" userId="73106b23-ce21-4623-a757-4fcfeb57a141" providerId="ADAL" clId="{4188578B-42E3-4D2B-A026-117DFA88464C}" dt="2026-03-16T15:25:29.220" v="605" actId="255"/>
          <ac:spMkLst>
            <pc:docMk/>
            <pc:sldMk cId="1401128112" sldId="269"/>
            <ac:spMk id="3" creationId="{5443BAAB-A06E-951F-91F8-B8F9DB8A8D8D}"/>
          </ac:spMkLst>
        </pc:spChg>
        <pc:spChg chg="add">
          <ac:chgData name="Jean-Christophe Serrano" userId="73106b23-ce21-4623-a757-4fcfeb57a141" providerId="ADAL" clId="{4188578B-42E3-4D2B-A026-117DFA88464C}" dt="2026-03-16T15:23:54.305" v="599"/>
          <ac:spMkLst>
            <pc:docMk/>
            <pc:sldMk cId="1401128112" sldId="269"/>
            <ac:spMk id="4" creationId="{F331512A-1FBE-1A43-BE39-CC6DB7D1FA6B}"/>
          </ac:spMkLst>
        </pc:spChg>
        <pc:spChg chg="add">
          <ac:chgData name="Jean-Christophe Serrano" userId="73106b23-ce21-4623-a757-4fcfeb57a141" providerId="ADAL" clId="{4188578B-42E3-4D2B-A026-117DFA88464C}" dt="2026-03-16T15:24:26.051" v="600"/>
          <ac:spMkLst>
            <pc:docMk/>
            <pc:sldMk cId="1401128112" sldId="269"/>
            <ac:spMk id="5" creationId="{DB3B521B-EE6E-81B4-00BA-4CB0E966D51C}"/>
          </ac:spMkLst>
        </pc:spChg>
        <pc:spChg chg="add">
          <ac:chgData name="Jean-Christophe Serrano" userId="73106b23-ce21-4623-a757-4fcfeb57a141" providerId="ADAL" clId="{4188578B-42E3-4D2B-A026-117DFA88464C}" dt="2026-03-16T15:24:47.550" v="601"/>
          <ac:spMkLst>
            <pc:docMk/>
            <pc:sldMk cId="1401128112" sldId="269"/>
            <ac:spMk id="6" creationId="{4344947C-9E54-F251-B191-3CD7C4CB74CA}"/>
          </ac:spMkLst>
        </pc:spChg>
        <pc:spChg chg="add">
          <ac:chgData name="Jean-Christophe Serrano" userId="73106b23-ce21-4623-a757-4fcfeb57a141" providerId="ADAL" clId="{4188578B-42E3-4D2B-A026-117DFA88464C}" dt="2026-03-16T15:25:10.574" v="603" actId="26606"/>
          <ac:spMkLst>
            <pc:docMk/>
            <pc:sldMk cId="1401128112" sldId="269"/>
            <ac:spMk id="13" creationId="{7C432AFE-B3D2-4BFF-BF8F-96C27AFF1AC7}"/>
          </ac:spMkLst>
        </pc:spChg>
        <pc:spChg chg="add">
          <ac:chgData name="Jean-Christophe Serrano" userId="73106b23-ce21-4623-a757-4fcfeb57a141" providerId="ADAL" clId="{4188578B-42E3-4D2B-A026-117DFA88464C}" dt="2026-03-16T15:25:10.574" v="603" actId="26606"/>
          <ac:spMkLst>
            <pc:docMk/>
            <pc:sldMk cId="1401128112" sldId="269"/>
            <ac:spMk id="15" creationId="{AF2F604E-43BE-4DC3-B983-E071523364F8}"/>
          </ac:spMkLst>
        </pc:spChg>
        <pc:spChg chg="add">
          <ac:chgData name="Jean-Christophe Serrano" userId="73106b23-ce21-4623-a757-4fcfeb57a141" providerId="ADAL" clId="{4188578B-42E3-4D2B-A026-117DFA88464C}" dt="2026-03-16T15:25:10.574" v="603" actId="26606"/>
          <ac:spMkLst>
            <pc:docMk/>
            <pc:sldMk cId="1401128112" sldId="269"/>
            <ac:spMk id="17" creationId="{08C9B587-E65E-4B52-B37C-ABEBB6E87928}"/>
          </ac:spMkLst>
        </pc:spChg>
        <pc:picChg chg="add mod ord">
          <ac:chgData name="Jean-Christophe Serrano" userId="73106b23-ce21-4623-a757-4fcfeb57a141" providerId="ADAL" clId="{4188578B-42E3-4D2B-A026-117DFA88464C}" dt="2026-03-16T15:25:10.574" v="603" actId="26606"/>
          <ac:picMkLst>
            <pc:docMk/>
            <pc:sldMk cId="1401128112" sldId="269"/>
            <ac:picMk id="8" creationId="{FC5731C2-BF2B-193F-7BAD-BCEE933D2132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679E3D-01DB-4222-A0A7-0883FD7D3BE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12E4CB-5702-45A6-BF89-2AFF8A166A16}">
      <dgm:prSet/>
      <dgm:spPr/>
      <dgm:t>
        <a:bodyPr/>
        <a:lstStyle/>
        <a:p>
          <a:r>
            <a:rPr lang="fr-CH"/>
            <a:t>Plan séquentielle</a:t>
          </a:r>
          <a:endParaRPr lang="en-US"/>
        </a:p>
      </dgm:t>
    </dgm:pt>
    <dgm:pt modelId="{042E163F-E6CD-44F8-BE04-B23AC3C4ECF4}" type="parTrans" cxnId="{7ADF3DDB-AEC1-4640-B0D3-0872BCF232BC}">
      <dgm:prSet/>
      <dgm:spPr/>
      <dgm:t>
        <a:bodyPr/>
        <a:lstStyle/>
        <a:p>
          <a:endParaRPr lang="en-US"/>
        </a:p>
      </dgm:t>
    </dgm:pt>
    <dgm:pt modelId="{4238A303-3155-4689-8864-02257AFF90CF}" type="sibTrans" cxnId="{7ADF3DDB-AEC1-4640-B0D3-0872BCF232BC}">
      <dgm:prSet/>
      <dgm:spPr/>
      <dgm:t>
        <a:bodyPr/>
        <a:lstStyle/>
        <a:p>
          <a:endParaRPr lang="en-US"/>
        </a:p>
      </dgm:t>
    </dgm:pt>
    <dgm:pt modelId="{602FDDF3-538D-4D63-9F96-A34665324FC2}">
      <dgm:prSet/>
      <dgm:spPr/>
      <dgm:t>
        <a:bodyPr/>
        <a:lstStyle/>
        <a:p>
          <a:r>
            <a:rPr lang="fr-CH"/>
            <a:t>Introduction</a:t>
          </a:r>
          <a:endParaRPr lang="en-US"/>
        </a:p>
      </dgm:t>
    </dgm:pt>
    <dgm:pt modelId="{8963E3E2-08F3-429D-A1F9-974968356848}" type="parTrans" cxnId="{7E7050FE-0B48-4426-8B6D-726E730508ED}">
      <dgm:prSet/>
      <dgm:spPr/>
      <dgm:t>
        <a:bodyPr/>
        <a:lstStyle/>
        <a:p>
          <a:endParaRPr lang="en-US"/>
        </a:p>
      </dgm:t>
    </dgm:pt>
    <dgm:pt modelId="{302A985D-FB70-4D3D-A365-7A7A555BD70E}" type="sibTrans" cxnId="{7E7050FE-0B48-4426-8B6D-726E730508ED}">
      <dgm:prSet/>
      <dgm:spPr/>
      <dgm:t>
        <a:bodyPr/>
        <a:lstStyle/>
        <a:p>
          <a:endParaRPr lang="en-US"/>
        </a:p>
      </dgm:t>
    </dgm:pt>
    <dgm:pt modelId="{142B058F-3F14-4064-96C3-05D1279E6021}">
      <dgm:prSet/>
      <dgm:spPr/>
      <dgm:t>
        <a:bodyPr/>
        <a:lstStyle/>
        <a:p>
          <a:r>
            <a:rPr lang="fr-CH" dirty="0"/>
            <a:t>Explication théorique</a:t>
          </a:r>
          <a:endParaRPr lang="en-US" dirty="0"/>
        </a:p>
      </dgm:t>
    </dgm:pt>
    <dgm:pt modelId="{EC99E207-2280-4860-870D-39C31C81754F}" type="parTrans" cxnId="{F1E8D102-A783-42A8-AA34-A5FFA96F4426}">
      <dgm:prSet/>
      <dgm:spPr/>
      <dgm:t>
        <a:bodyPr/>
        <a:lstStyle/>
        <a:p>
          <a:endParaRPr lang="en-US"/>
        </a:p>
      </dgm:t>
    </dgm:pt>
    <dgm:pt modelId="{E7FC995B-9DF9-4662-AFE8-A1C6919E1A99}" type="sibTrans" cxnId="{F1E8D102-A783-42A8-AA34-A5FFA96F4426}">
      <dgm:prSet/>
      <dgm:spPr/>
      <dgm:t>
        <a:bodyPr/>
        <a:lstStyle/>
        <a:p>
          <a:endParaRPr lang="en-US"/>
        </a:p>
      </dgm:t>
    </dgm:pt>
    <dgm:pt modelId="{F7975819-7B5E-41C4-B62B-4C25D4E873CB}">
      <dgm:prSet/>
      <dgm:spPr/>
      <dgm:t>
        <a:bodyPr/>
        <a:lstStyle/>
        <a:p>
          <a:r>
            <a:rPr lang="fr-CH" dirty="0"/>
            <a:t>Consigne de l’exercice</a:t>
          </a:r>
          <a:endParaRPr lang="en-US" dirty="0"/>
        </a:p>
      </dgm:t>
    </dgm:pt>
    <dgm:pt modelId="{F9C2466C-66FD-41E9-A219-4B63BF917A6A}" type="parTrans" cxnId="{E5B53EAB-0C34-4CF7-8CBF-5447219C2849}">
      <dgm:prSet/>
      <dgm:spPr/>
      <dgm:t>
        <a:bodyPr/>
        <a:lstStyle/>
        <a:p>
          <a:endParaRPr lang="en-US"/>
        </a:p>
      </dgm:t>
    </dgm:pt>
    <dgm:pt modelId="{ACB8649B-B0B6-47BA-9E85-C79E1E8A8A1E}" type="sibTrans" cxnId="{E5B53EAB-0C34-4CF7-8CBF-5447219C2849}">
      <dgm:prSet/>
      <dgm:spPr/>
      <dgm:t>
        <a:bodyPr/>
        <a:lstStyle/>
        <a:p>
          <a:endParaRPr lang="en-US"/>
        </a:p>
      </dgm:t>
    </dgm:pt>
    <dgm:pt modelId="{50D49C42-287E-4848-8B29-2C5E9604D157}">
      <dgm:prSet/>
      <dgm:spPr/>
      <dgm:t>
        <a:bodyPr/>
        <a:lstStyle/>
        <a:p>
          <a:r>
            <a:rPr lang="fr-CH" dirty="0"/>
            <a:t>Réalisation de l’exercice </a:t>
          </a:r>
          <a:endParaRPr lang="en-US" dirty="0"/>
        </a:p>
      </dgm:t>
    </dgm:pt>
    <dgm:pt modelId="{124FBD72-B795-44BC-9563-C5DD50F2CA0B}" type="parTrans" cxnId="{6D5EC751-8BDC-4A70-94D9-96481E329F42}">
      <dgm:prSet/>
      <dgm:spPr/>
      <dgm:t>
        <a:bodyPr/>
        <a:lstStyle/>
        <a:p>
          <a:endParaRPr lang="en-US"/>
        </a:p>
      </dgm:t>
    </dgm:pt>
    <dgm:pt modelId="{81A9F79E-A9B6-4223-AC46-653823FBA2B2}" type="sibTrans" cxnId="{6D5EC751-8BDC-4A70-94D9-96481E329F42}">
      <dgm:prSet/>
      <dgm:spPr/>
      <dgm:t>
        <a:bodyPr/>
        <a:lstStyle/>
        <a:p>
          <a:endParaRPr lang="en-US"/>
        </a:p>
      </dgm:t>
    </dgm:pt>
    <dgm:pt modelId="{2A8B9A24-B29A-4631-B2A4-E0E7F7CE0B7E}">
      <dgm:prSet/>
      <dgm:spPr/>
      <dgm:t>
        <a:bodyPr/>
        <a:lstStyle/>
        <a:p>
          <a:r>
            <a:rPr lang="fr-CH"/>
            <a:t>Corrigé</a:t>
          </a:r>
          <a:endParaRPr lang="en-US"/>
        </a:p>
      </dgm:t>
    </dgm:pt>
    <dgm:pt modelId="{E283930B-5B6F-4DF4-A849-093AEF65D835}" type="parTrans" cxnId="{8EC8AD6E-ABA0-4878-9C86-ADD053E4BEF2}">
      <dgm:prSet/>
      <dgm:spPr/>
      <dgm:t>
        <a:bodyPr/>
        <a:lstStyle/>
        <a:p>
          <a:endParaRPr lang="en-US"/>
        </a:p>
      </dgm:t>
    </dgm:pt>
    <dgm:pt modelId="{7260BA58-AD39-4867-9D82-3B18FD13BE61}" type="sibTrans" cxnId="{8EC8AD6E-ABA0-4878-9C86-ADD053E4BEF2}">
      <dgm:prSet/>
      <dgm:spPr/>
      <dgm:t>
        <a:bodyPr/>
        <a:lstStyle/>
        <a:p>
          <a:endParaRPr lang="en-US"/>
        </a:p>
      </dgm:t>
    </dgm:pt>
    <dgm:pt modelId="{E792F388-BCA2-4088-AFC3-CC436FE4DA0D}">
      <dgm:prSet/>
      <dgm:spPr/>
      <dgm:t>
        <a:bodyPr/>
        <a:lstStyle/>
        <a:p>
          <a:r>
            <a:rPr lang="fr-CH"/>
            <a:t>Conclusion </a:t>
          </a:r>
          <a:endParaRPr lang="en-US"/>
        </a:p>
      </dgm:t>
    </dgm:pt>
    <dgm:pt modelId="{77761900-EEBB-4F0C-8A87-B1DDC2804B3E}" type="parTrans" cxnId="{4FB1771E-09E7-47B3-AD4A-75BCF5C9EF82}">
      <dgm:prSet/>
      <dgm:spPr/>
      <dgm:t>
        <a:bodyPr/>
        <a:lstStyle/>
        <a:p>
          <a:endParaRPr lang="en-US"/>
        </a:p>
      </dgm:t>
    </dgm:pt>
    <dgm:pt modelId="{83B53330-9208-43D8-878D-7A07A081C399}" type="sibTrans" cxnId="{4FB1771E-09E7-47B3-AD4A-75BCF5C9EF82}">
      <dgm:prSet/>
      <dgm:spPr/>
      <dgm:t>
        <a:bodyPr/>
        <a:lstStyle/>
        <a:p>
          <a:endParaRPr lang="en-US"/>
        </a:p>
      </dgm:t>
    </dgm:pt>
    <dgm:pt modelId="{5DD95D95-7C62-4B7B-A32F-6667838C79AC}">
      <dgm:prSet/>
      <dgm:spPr/>
      <dgm:t>
        <a:bodyPr/>
        <a:lstStyle/>
        <a:p>
          <a:r>
            <a:rPr lang="en-US" dirty="0"/>
            <a:t>Notions PowerShell</a:t>
          </a:r>
        </a:p>
      </dgm:t>
    </dgm:pt>
    <dgm:pt modelId="{3FFEBACA-0B59-44E6-B3C3-0B32D46504F6}" type="parTrans" cxnId="{CC18346B-26A3-4719-BBC5-2B1C839E9E1D}">
      <dgm:prSet/>
      <dgm:spPr/>
      <dgm:t>
        <a:bodyPr/>
        <a:lstStyle/>
        <a:p>
          <a:endParaRPr lang="fr-CH"/>
        </a:p>
      </dgm:t>
    </dgm:pt>
    <dgm:pt modelId="{09B80375-EAFC-43EB-B785-7563E8EE1381}" type="sibTrans" cxnId="{CC18346B-26A3-4719-BBC5-2B1C839E9E1D}">
      <dgm:prSet/>
      <dgm:spPr/>
      <dgm:t>
        <a:bodyPr/>
        <a:lstStyle/>
        <a:p>
          <a:endParaRPr lang="fr-CH"/>
        </a:p>
      </dgm:t>
    </dgm:pt>
    <dgm:pt modelId="{4155073C-954A-4788-A2FD-2B3D8C791DD7}" type="pres">
      <dgm:prSet presAssocID="{8F679E3D-01DB-4222-A0A7-0883FD7D3BED}" presName="vert0" presStyleCnt="0">
        <dgm:presLayoutVars>
          <dgm:dir/>
          <dgm:animOne val="branch"/>
          <dgm:animLvl val="lvl"/>
        </dgm:presLayoutVars>
      </dgm:prSet>
      <dgm:spPr/>
    </dgm:pt>
    <dgm:pt modelId="{D0B6416F-2475-462E-A6C9-4224D54A78F2}" type="pres">
      <dgm:prSet presAssocID="{0512E4CB-5702-45A6-BF89-2AFF8A166A16}" presName="thickLine" presStyleLbl="alignNode1" presStyleIdx="0" presStyleCnt="8"/>
      <dgm:spPr/>
    </dgm:pt>
    <dgm:pt modelId="{12B8BA71-F29F-420F-9988-2D4A7B48CA48}" type="pres">
      <dgm:prSet presAssocID="{0512E4CB-5702-45A6-BF89-2AFF8A166A16}" presName="horz1" presStyleCnt="0"/>
      <dgm:spPr/>
    </dgm:pt>
    <dgm:pt modelId="{5A13487C-0F8F-4304-B179-A295CE47C917}" type="pres">
      <dgm:prSet presAssocID="{0512E4CB-5702-45A6-BF89-2AFF8A166A16}" presName="tx1" presStyleLbl="revTx" presStyleIdx="0" presStyleCnt="8"/>
      <dgm:spPr/>
    </dgm:pt>
    <dgm:pt modelId="{4C4AB890-7CAA-4A21-98F8-AFFC51B836B6}" type="pres">
      <dgm:prSet presAssocID="{0512E4CB-5702-45A6-BF89-2AFF8A166A16}" presName="vert1" presStyleCnt="0"/>
      <dgm:spPr/>
    </dgm:pt>
    <dgm:pt modelId="{7698FCF3-59B2-4A60-84A4-22D1413BBF78}" type="pres">
      <dgm:prSet presAssocID="{602FDDF3-538D-4D63-9F96-A34665324FC2}" presName="thickLine" presStyleLbl="alignNode1" presStyleIdx="1" presStyleCnt="8"/>
      <dgm:spPr/>
    </dgm:pt>
    <dgm:pt modelId="{F02AF80D-6175-4905-A448-4343842BB270}" type="pres">
      <dgm:prSet presAssocID="{602FDDF3-538D-4D63-9F96-A34665324FC2}" presName="horz1" presStyleCnt="0"/>
      <dgm:spPr/>
    </dgm:pt>
    <dgm:pt modelId="{585C9982-6C80-47C5-8CDC-180D3B268130}" type="pres">
      <dgm:prSet presAssocID="{602FDDF3-538D-4D63-9F96-A34665324FC2}" presName="tx1" presStyleLbl="revTx" presStyleIdx="1" presStyleCnt="8"/>
      <dgm:spPr/>
    </dgm:pt>
    <dgm:pt modelId="{39B03C86-8A2C-4BCA-8BC9-A9791ABDDECC}" type="pres">
      <dgm:prSet presAssocID="{602FDDF3-538D-4D63-9F96-A34665324FC2}" presName="vert1" presStyleCnt="0"/>
      <dgm:spPr/>
    </dgm:pt>
    <dgm:pt modelId="{77E5D4CF-53EE-48BD-89FB-8CA63002428A}" type="pres">
      <dgm:prSet presAssocID="{142B058F-3F14-4064-96C3-05D1279E6021}" presName="thickLine" presStyleLbl="alignNode1" presStyleIdx="2" presStyleCnt="8"/>
      <dgm:spPr/>
    </dgm:pt>
    <dgm:pt modelId="{EDEDAE0C-9614-4589-8FA3-E7FAECDCB9B9}" type="pres">
      <dgm:prSet presAssocID="{142B058F-3F14-4064-96C3-05D1279E6021}" presName="horz1" presStyleCnt="0"/>
      <dgm:spPr/>
    </dgm:pt>
    <dgm:pt modelId="{298A789A-01F7-45D6-9BD9-F397EC8BDBB1}" type="pres">
      <dgm:prSet presAssocID="{142B058F-3F14-4064-96C3-05D1279E6021}" presName="tx1" presStyleLbl="revTx" presStyleIdx="2" presStyleCnt="8"/>
      <dgm:spPr/>
    </dgm:pt>
    <dgm:pt modelId="{118C33E5-C35C-4653-A3EE-288AAD39D135}" type="pres">
      <dgm:prSet presAssocID="{142B058F-3F14-4064-96C3-05D1279E6021}" presName="vert1" presStyleCnt="0"/>
      <dgm:spPr/>
    </dgm:pt>
    <dgm:pt modelId="{F4AC3651-7A23-4F75-AE8A-973908D6C9B9}" type="pres">
      <dgm:prSet presAssocID="{5DD95D95-7C62-4B7B-A32F-6667838C79AC}" presName="thickLine" presStyleLbl="alignNode1" presStyleIdx="3" presStyleCnt="8"/>
      <dgm:spPr/>
    </dgm:pt>
    <dgm:pt modelId="{CD108915-A037-4C3B-98C7-D0BBC6CF74D9}" type="pres">
      <dgm:prSet presAssocID="{5DD95D95-7C62-4B7B-A32F-6667838C79AC}" presName="horz1" presStyleCnt="0"/>
      <dgm:spPr/>
    </dgm:pt>
    <dgm:pt modelId="{E34F1876-98DB-490E-9A41-D38EEB73F538}" type="pres">
      <dgm:prSet presAssocID="{5DD95D95-7C62-4B7B-A32F-6667838C79AC}" presName="tx1" presStyleLbl="revTx" presStyleIdx="3" presStyleCnt="8"/>
      <dgm:spPr/>
    </dgm:pt>
    <dgm:pt modelId="{5BF061AD-5382-4D0A-98BA-269BDB35193C}" type="pres">
      <dgm:prSet presAssocID="{5DD95D95-7C62-4B7B-A32F-6667838C79AC}" presName="vert1" presStyleCnt="0"/>
      <dgm:spPr/>
    </dgm:pt>
    <dgm:pt modelId="{B31A0E4B-E7ED-4DF6-B134-383E96176A1D}" type="pres">
      <dgm:prSet presAssocID="{F7975819-7B5E-41C4-B62B-4C25D4E873CB}" presName="thickLine" presStyleLbl="alignNode1" presStyleIdx="4" presStyleCnt="8"/>
      <dgm:spPr/>
    </dgm:pt>
    <dgm:pt modelId="{897D6EB5-69C3-4773-AC85-7170A3E4732D}" type="pres">
      <dgm:prSet presAssocID="{F7975819-7B5E-41C4-B62B-4C25D4E873CB}" presName="horz1" presStyleCnt="0"/>
      <dgm:spPr/>
    </dgm:pt>
    <dgm:pt modelId="{BEDE2231-D2DC-4BBF-9D92-502E9E80B2AA}" type="pres">
      <dgm:prSet presAssocID="{F7975819-7B5E-41C4-B62B-4C25D4E873CB}" presName="tx1" presStyleLbl="revTx" presStyleIdx="4" presStyleCnt="8"/>
      <dgm:spPr/>
    </dgm:pt>
    <dgm:pt modelId="{FB627F9F-9504-49A7-AD2E-52EF6F769B36}" type="pres">
      <dgm:prSet presAssocID="{F7975819-7B5E-41C4-B62B-4C25D4E873CB}" presName="vert1" presStyleCnt="0"/>
      <dgm:spPr/>
    </dgm:pt>
    <dgm:pt modelId="{BFCAF344-8245-421A-B850-71D46989B712}" type="pres">
      <dgm:prSet presAssocID="{50D49C42-287E-4848-8B29-2C5E9604D157}" presName="thickLine" presStyleLbl="alignNode1" presStyleIdx="5" presStyleCnt="8"/>
      <dgm:spPr/>
    </dgm:pt>
    <dgm:pt modelId="{636B31FC-7458-449C-9F08-908A50F73956}" type="pres">
      <dgm:prSet presAssocID="{50D49C42-287E-4848-8B29-2C5E9604D157}" presName="horz1" presStyleCnt="0"/>
      <dgm:spPr/>
    </dgm:pt>
    <dgm:pt modelId="{ED488D50-85F1-468F-BC18-AD710B1DCF89}" type="pres">
      <dgm:prSet presAssocID="{50D49C42-287E-4848-8B29-2C5E9604D157}" presName="tx1" presStyleLbl="revTx" presStyleIdx="5" presStyleCnt="8"/>
      <dgm:spPr/>
    </dgm:pt>
    <dgm:pt modelId="{47F80B19-B0C2-4EA4-9658-9E631FA4ED56}" type="pres">
      <dgm:prSet presAssocID="{50D49C42-287E-4848-8B29-2C5E9604D157}" presName="vert1" presStyleCnt="0"/>
      <dgm:spPr/>
    </dgm:pt>
    <dgm:pt modelId="{5F4E5B64-D840-4E5B-B7DC-18135E777423}" type="pres">
      <dgm:prSet presAssocID="{2A8B9A24-B29A-4631-B2A4-E0E7F7CE0B7E}" presName="thickLine" presStyleLbl="alignNode1" presStyleIdx="6" presStyleCnt="8"/>
      <dgm:spPr/>
    </dgm:pt>
    <dgm:pt modelId="{EE8D3073-18A4-4F91-86DF-770FA9D97F31}" type="pres">
      <dgm:prSet presAssocID="{2A8B9A24-B29A-4631-B2A4-E0E7F7CE0B7E}" presName="horz1" presStyleCnt="0"/>
      <dgm:spPr/>
    </dgm:pt>
    <dgm:pt modelId="{F6519C37-3FD2-4D93-A8A0-62BD5CD16C03}" type="pres">
      <dgm:prSet presAssocID="{2A8B9A24-B29A-4631-B2A4-E0E7F7CE0B7E}" presName="tx1" presStyleLbl="revTx" presStyleIdx="6" presStyleCnt="8"/>
      <dgm:spPr/>
    </dgm:pt>
    <dgm:pt modelId="{2C0A5BFE-FCA5-48E2-8499-DDB3E0BA96D4}" type="pres">
      <dgm:prSet presAssocID="{2A8B9A24-B29A-4631-B2A4-E0E7F7CE0B7E}" presName="vert1" presStyleCnt="0"/>
      <dgm:spPr/>
    </dgm:pt>
    <dgm:pt modelId="{F0BD20C5-66FA-481E-958F-29CD7591B9CB}" type="pres">
      <dgm:prSet presAssocID="{E792F388-BCA2-4088-AFC3-CC436FE4DA0D}" presName="thickLine" presStyleLbl="alignNode1" presStyleIdx="7" presStyleCnt="8"/>
      <dgm:spPr/>
    </dgm:pt>
    <dgm:pt modelId="{BAEE4240-21D3-49DF-B0EC-82AFF849DFAB}" type="pres">
      <dgm:prSet presAssocID="{E792F388-BCA2-4088-AFC3-CC436FE4DA0D}" presName="horz1" presStyleCnt="0"/>
      <dgm:spPr/>
    </dgm:pt>
    <dgm:pt modelId="{890E6926-DA16-45FD-8337-B29345396FAA}" type="pres">
      <dgm:prSet presAssocID="{E792F388-BCA2-4088-AFC3-CC436FE4DA0D}" presName="tx1" presStyleLbl="revTx" presStyleIdx="7" presStyleCnt="8"/>
      <dgm:spPr/>
    </dgm:pt>
    <dgm:pt modelId="{D48CDC09-ACFA-46C7-853A-80B56DBFA2B2}" type="pres">
      <dgm:prSet presAssocID="{E792F388-BCA2-4088-AFC3-CC436FE4DA0D}" presName="vert1" presStyleCnt="0"/>
      <dgm:spPr/>
    </dgm:pt>
  </dgm:ptLst>
  <dgm:cxnLst>
    <dgm:cxn modelId="{F1E8D102-A783-42A8-AA34-A5FFA96F4426}" srcId="{8F679E3D-01DB-4222-A0A7-0883FD7D3BED}" destId="{142B058F-3F14-4064-96C3-05D1279E6021}" srcOrd="2" destOrd="0" parTransId="{EC99E207-2280-4860-870D-39C31C81754F}" sibTransId="{E7FC995B-9DF9-4662-AFE8-A1C6919E1A99}"/>
    <dgm:cxn modelId="{4FB1771E-09E7-47B3-AD4A-75BCF5C9EF82}" srcId="{8F679E3D-01DB-4222-A0A7-0883FD7D3BED}" destId="{E792F388-BCA2-4088-AFC3-CC436FE4DA0D}" srcOrd="7" destOrd="0" parTransId="{77761900-EEBB-4F0C-8A87-B1DDC2804B3E}" sibTransId="{83B53330-9208-43D8-878D-7A07A081C399}"/>
    <dgm:cxn modelId="{1A10CB1E-42E5-47DF-8AD1-79C78FD6DDEC}" type="presOf" srcId="{F7975819-7B5E-41C4-B62B-4C25D4E873CB}" destId="{BEDE2231-D2DC-4BBF-9D92-502E9E80B2AA}" srcOrd="0" destOrd="0" presId="urn:microsoft.com/office/officeart/2008/layout/LinedList"/>
    <dgm:cxn modelId="{F11A1744-90D8-4E8E-8CA0-4DC1B503C272}" type="presOf" srcId="{50D49C42-287E-4848-8B29-2C5E9604D157}" destId="{ED488D50-85F1-468F-BC18-AD710B1DCF89}" srcOrd="0" destOrd="0" presId="urn:microsoft.com/office/officeart/2008/layout/LinedList"/>
    <dgm:cxn modelId="{CC18346B-26A3-4719-BBC5-2B1C839E9E1D}" srcId="{8F679E3D-01DB-4222-A0A7-0883FD7D3BED}" destId="{5DD95D95-7C62-4B7B-A32F-6667838C79AC}" srcOrd="3" destOrd="0" parTransId="{3FFEBACA-0B59-44E6-B3C3-0B32D46504F6}" sibTransId="{09B80375-EAFC-43EB-B785-7563E8EE1381}"/>
    <dgm:cxn modelId="{EBCA874C-A666-4E83-A32F-53378E1233C3}" type="presOf" srcId="{0512E4CB-5702-45A6-BF89-2AFF8A166A16}" destId="{5A13487C-0F8F-4304-B179-A295CE47C917}" srcOrd="0" destOrd="0" presId="urn:microsoft.com/office/officeart/2008/layout/LinedList"/>
    <dgm:cxn modelId="{8EC8AD6E-ABA0-4878-9C86-ADD053E4BEF2}" srcId="{8F679E3D-01DB-4222-A0A7-0883FD7D3BED}" destId="{2A8B9A24-B29A-4631-B2A4-E0E7F7CE0B7E}" srcOrd="6" destOrd="0" parTransId="{E283930B-5B6F-4DF4-A849-093AEF65D835}" sibTransId="{7260BA58-AD39-4867-9D82-3B18FD13BE61}"/>
    <dgm:cxn modelId="{26ADAF71-4B7A-4FCC-9776-88181AF7C809}" type="presOf" srcId="{E792F388-BCA2-4088-AFC3-CC436FE4DA0D}" destId="{890E6926-DA16-45FD-8337-B29345396FAA}" srcOrd="0" destOrd="0" presId="urn:microsoft.com/office/officeart/2008/layout/LinedList"/>
    <dgm:cxn modelId="{6D5EC751-8BDC-4A70-94D9-96481E329F42}" srcId="{8F679E3D-01DB-4222-A0A7-0883FD7D3BED}" destId="{50D49C42-287E-4848-8B29-2C5E9604D157}" srcOrd="5" destOrd="0" parTransId="{124FBD72-B795-44BC-9563-C5DD50F2CA0B}" sibTransId="{81A9F79E-A9B6-4223-AC46-653823FBA2B2}"/>
    <dgm:cxn modelId="{E679B186-C1C9-4853-BC80-55E18CB3A846}" type="presOf" srcId="{142B058F-3F14-4064-96C3-05D1279E6021}" destId="{298A789A-01F7-45D6-9BD9-F397EC8BDBB1}" srcOrd="0" destOrd="0" presId="urn:microsoft.com/office/officeart/2008/layout/LinedList"/>
    <dgm:cxn modelId="{E5B53EAB-0C34-4CF7-8CBF-5447219C2849}" srcId="{8F679E3D-01DB-4222-A0A7-0883FD7D3BED}" destId="{F7975819-7B5E-41C4-B62B-4C25D4E873CB}" srcOrd="4" destOrd="0" parTransId="{F9C2466C-66FD-41E9-A219-4B63BF917A6A}" sibTransId="{ACB8649B-B0B6-47BA-9E85-C79E1E8A8A1E}"/>
    <dgm:cxn modelId="{6F74AEBD-EF94-476B-B5BF-63590F2CC17F}" type="presOf" srcId="{602FDDF3-538D-4D63-9F96-A34665324FC2}" destId="{585C9982-6C80-47C5-8CDC-180D3B268130}" srcOrd="0" destOrd="0" presId="urn:microsoft.com/office/officeart/2008/layout/LinedList"/>
    <dgm:cxn modelId="{A7ED64C9-ECB7-4148-81FF-2A930BE2B66E}" type="presOf" srcId="{5DD95D95-7C62-4B7B-A32F-6667838C79AC}" destId="{E34F1876-98DB-490E-9A41-D38EEB73F538}" srcOrd="0" destOrd="0" presId="urn:microsoft.com/office/officeart/2008/layout/LinedList"/>
    <dgm:cxn modelId="{5DD645C9-5202-415B-B3A9-5A5F5597CFD1}" type="presOf" srcId="{2A8B9A24-B29A-4631-B2A4-E0E7F7CE0B7E}" destId="{F6519C37-3FD2-4D93-A8A0-62BD5CD16C03}" srcOrd="0" destOrd="0" presId="urn:microsoft.com/office/officeart/2008/layout/LinedList"/>
    <dgm:cxn modelId="{7ADF3DDB-AEC1-4640-B0D3-0872BCF232BC}" srcId="{8F679E3D-01DB-4222-A0A7-0883FD7D3BED}" destId="{0512E4CB-5702-45A6-BF89-2AFF8A166A16}" srcOrd="0" destOrd="0" parTransId="{042E163F-E6CD-44F8-BE04-B23AC3C4ECF4}" sibTransId="{4238A303-3155-4689-8864-02257AFF90CF}"/>
    <dgm:cxn modelId="{42BA5BEC-81AB-4617-93D4-810FE7031051}" type="presOf" srcId="{8F679E3D-01DB-4222-A0A7-0883FD7D3BED}" destId="{4155073C-954A-4788-A2FD-2B3D8C791DD7}" srcOrd="0" destOrd="0" presId="urn:microsoft.com/office/officeart/2008/layout/LinedList"/>
    <dgm:cxn modelId="{7E7050FE-0B48-4426-8B6D-726E730508ED}" srcId="{8F679E3D-01DB-4222-A0A7-0883FD7D3BED}" destId="{602FDDF3-538D-4D63-9F96-A34665324FC2}" srcOrd="1" destOrd="0" parTransId="{8963E3E2-08F3-429D-A1F9-974968356848}" sibTransId="{302A985D-FB70-4D3D-A365-7A7A555BD70E}"/>
    <dgm:cxn modelId="{3072C37D-3EB0-4389-819F-35FDBB9E5C85}" type="presParOf" srcId="{4155073C-954A-4788-A2FD-2B3D8C791DD7}" destId="{D0B6416F-2475-462E-A6C9-4224D54A78F2}" srcOrd="0" destOrd="0" presId="urn:microsoft.com/office/officeart/2008/layout/LinedList"/>
    <dgm:cxn modelId="{077BFA7F-3131-4D39-88AE-3A3606CE9C76}" type="presParOf" srcId="{4155073C-954A-4788-A2FD-2B3D8C791DD7}" destId="{12B8BA71-F29F-420F-9988-2D4A7B48CA48}" srcOrd="1" destOrd="0" presId="urn:microsoft.com/office/officeart/2008/layout/LinedList"/>
    <dgm:cxn modelId="{2C9816B7-E8CE-4E47-9CA3-8CE3D5CA3403}" type="presParOf" srcId="{12B8BA71-F29F-420F-9988-2D4A7B48CA48}" destId="{5A13487C-0F8F-4304-B179-A295CE47C917}" srcOrd="0" destOrd="0" presId="urn:microsoft.com/office/officeart/2008/layout/LinedList"/>
    <dgm:cxn modelId="{FD065220-E13E-48A7-81FA-F0DB5FF5FE45}" type="presParOf" srcId="{12B8BA71-F29F-420F-9988-2D4A7B48CA48}" destId="{4C4AB890-7CAA-4A21-98F8-AFFC51B836B6}" srcOrd="1" destOrd="0" presId="urn:microsoft.com/office/officeart/2008/layout/LinedList"/>
    <dgm:cxn modelId="{CF929EEA-0302-42BD-A07F-5D9FD32EF08E}" type="presParOf" srcId="{4155073C-954A-4788-A2FD-2B3D8C791DD7}" destId="{7698FCF3-59B2-4A60-84A4-22D1413BBF78}" srcOrd="2" destOrd="0" presId="urn:microsoft.com/office/officeart/2008/layout/LinedList"/>
    <dgm:cxn modelId="{E371F7B6-F1E3-476C-99A1-FFA6B6F138DA}" type="presParOf" srcId="{4155073C-954A-4788-A2FD-2B3D8C791DD7}" destId="{F02AF80D-6175-4905-A448-4343842BB270}" srcOrd="3" destOrd="0" presId="urn:microsoft.com/office/officeart/2008/layout/LinedList"/>
    <dgm:cxn modelId="{3F612489-83F8-49A6-B9AC-55BDE4084437}" type="presParOf" srcId="{F02AF80D-6175-4905-A448-4343842BB270}" destId="{585C9982-6C80-47C5-8CDC-180D3B268130}" srcOrd="0" destOrd="0" presId="urn:microsoft.com/office/officeart/2008/layout/LinedList"/>
    <dgm:cxn modelId="{CEE3E477-1242-4343-B755-C0F8164369AB}" type="presParOf" srcId="{F02AF80D-6175-4905-A448-4343842BB270}" destId="{39B03C86-8A2C-4BCA-8BC9-A9791ABDDECC}" srcOrd="1" destOrd="0" presId="urn:microsoft.com/office/officeart/2008/layout/LinedList"/>
    <dgm:cxn modelId="{88DFC9C4-6D37-4EA1-BF5F-FA98718C66C6}" type="presParOf" srcId="{4155073C-954A-4788-A2FD-2B3D8C791DD7}" destId="{77E5D4CF-53EE-48BD-89FB-8CA63002428A}" srcOrd="4" destOrd="0" presId="urn:microsoft.com/office/officeart/2008/layout/LinedList"/>
    <dgm:cxn modelId="{63C67BBF-32D8-44E5-9339-BADB3C9BEA90}" type="presParOf" srcId="{4155073C-954A-4788-A2FD-2B3D8C791DD7}" destId="{EDEDAE0C-9614-4589-8FA3-E7FAECDCB9B9}" srcOrd="5" destOrd="0" presId="urn:microsoft.com/office/officeart/2008/layout/LinedList"/>
    <dgm:cxn modelId="{12F8BB4A-9F4B-4662-838E-509C0D9F0CC3}" type="presParOf" srcId="{EDEDAE0C-9614-4589-8FA3-E7FAECDCB9B9}" destId="{298A789A-01F7-45D6-9BD9-F397EC8BDBB1}" srcOrd="0" destOrd="0" presId="urn:microsoft.com/office/officeart/2008/layout/LinedList"/>
    <dgm:cxn modelId="{AC5F0E7C-C9CB-4E20-8A17-D9974FD8F25D}" type="presParOf" srcId="{EDEDAE0C-9614-4589-8FA3-E7FAECDCB9B9}" destId="{118C33E5-C35C-4653-A3EE-288AAD39D135}" srcOrd="1" destOrd="0" presId="urn:microsoft.com/office/officeart/2008/layout/LinedList"/>
    <dgm:cxn modelId="{2EFD60A0-11C8-4CC9-AD06-8E193C103275}" type="presParOf" srcId="{4155073C-954A-4788-A2FD-2B3D8C791DD7}" destId="{F4AC3651-7A23-4F75-AE8A-973908D6C9B9}" srcOrd="6" destOrd="0" presId="urn:microsoft.com/office/officeart/2008/layout/LinedList"/>
    <dgm:cxn modelId="{F7EF4701-5366-4A83-A89C-5C94B3597242}" type="presParOf" srcId="{4155073C-954A-4788-A2FD-2B3D8C791DD7}" destId="{CD108915-A037-4C3B-98C7-D0BBC6CF74D9}" srcOrd="7" destOrd="0" presId="urn:microsoft.com/office/officeart/2008/layout/LinedList"/>
    <dgm:cxn modelId="{551B7FE4-9421-4139-8FC2-009B9EDA00D4}" type="presParOf" srcId="{CD108915-A037-4C3B-98C7-D0BBC6CF74D9}" destId="{E34F1876-98DB-490E-9A41-D38EEB73F538}" srcOrd="0" destOrd="0" presId="urn:microsoft.com/office/officeart/2008/layout/LinedList"/>
    <dgm:cxn modelId="{42AB4FAD-055E-4A1C-A506-D507C5EAE414}" type="presParOf" srcId="{CD108915-A037-4C3B-98C7-D0BBC6CF74D9}" destId="{5BF061AD-5382-4D0A-98BA-269BDB35193C}" srcOrd="1" destOrd="0" presId="urn:microsoft.com/office/officeart/2008/layout/LinedList"/>
    <dgm:cxn modelId="{20EE55D9-5105-41C2-99CE-E9DCFBF3C1EA}" type="presParOf" srcId="{4155073C-954A-4788-A2FD-2B3D8C791DD7}" destId="{B31A0E4B-E7ED-4DF6-B134-383E96176A1D}" srcOrd="8" destOrd="0" presId="urn:microsoft.com/office/officeart/2008/layout/LinedList"/>
    <dgm:cxn modelId="{C178B30E-E9F9-48F4-B6F4-454ABAB8FB02}" type="presParOf" srcId="{4155073C-954A-4788-A2FD-2B3D8C791DD7}" destId="{897D6EB5-69C3-4773-AC85-7170A3E4732D}" srcOrd="9" destOrd="0" presId="urn:microsoft.com/office/officeart/2008/layout/LinedList"/>
    <dgm:cxn modelId="{4E9ECCC3-9F79-46DD-A385-92AF9001C344}" type="presParOf" srcId="{897D6EB5-69C3-4773-AC85-7170A3E4732D}" destId="{BEDE2231-D2DC-4BBF-9D92-502E9E80B2AA}" srcOrd="0" destOrd="0" presId="urn:microsoft.com/office/officeart/2008/layout/LinedList"/>
    <dgm:cxn modelId="{795B7F0A-A332-4E26-80D9-223583092E91}" type="presParOf" srcId="{897D6EB5-69C3-4773-AC85-7170A3E4732D}" destId="{FB627F9F-9504-49A7-AD2E-52EF6F769B36}" srcOrd="1" destOrd="0" presId="urn:microsoft.com/office/officeart/2008/layout/LinedList"/>
    <dgm:cxn modelId="{B7A485BF-4F94-4B8A-8F71-C9726A275EFC}" type="presParOf" srcId="{4155073C-954A-4788-A2FD-2B3D8C791DD7}" destId="{BFCAF344-8245-421A-B850-71D46989B712}" srcOrd="10" destOrd="0" presId="urn:microsoft.com/office/officeart/2008/layout/LinedList"/>
    <dgm:cxn modelId="{EEECE31A-CE57-4AC1-B602-E4D9C7D7806B}" type="presParOf" srcId="{4155073C-954A-4788-A2FD-2B3D8C791DD7}" destId="{636B31FC-7458-449C-9F08-908A50F73956}" srcOrd="11" destOrd="0" presId="urn:microsoft.com/office/officeart/2008/layout/LinedList"/>
    <dgm:cxn modelId="{5DEE6EB3-A9C9-46ED-B8AB-4D42623DDC3C}" type="presParOf" srcId="{636B31FC-7458-449C-9F08-908A50F73956}" destId="{ED488D50-85F1-468F-BC18-AD710B1DCF89}" srcOrd="0" destOrd="0" presId="urn:microsoft.com/office/officeart/2008/layout/LinedList"/>
    <dgm:cxn modelId="{3EF16AE3-D975-4FAD-B724-29B0FA16AE33}" type="presParOf" srcId="{636B31FC-7458-449C-9F08-908A50F73956}" destId="{47F80B19-B0C2-4EA4-9658-9E631FA4ED56}" srcOrd="1" destOrd="0" presId="urn:microsoft.com/office/officeart/2008/layout/LinedList"/>
    <dgm:cxn modelId="{8794B983-82B6-4FFF-A890-B6B07F87758B}" type="presParOf" srcId="{4155073C-954A-4788-A2FD-2B3D8C791DD7}" destId="{5F4E5B64-D840-4E5B-B7DC-18135E777423}" srcOrd="12" destOrd="0" presId="urn:microsoft.com/office/officeart/2008/layout/LinedList"/>
    <dgm:cxn modelId="{EC311535-B6D3-400C-BC1F-C2D14FB1BB67}" type="presParOf" srcId="{4155073C-954A-4788-A2FD-2B3D8C791DD7}" destId="{EE8D3073-18A4-4F91-86DF-770FA9D97F31}" srcOrd="13" destOrd="0" presId="urn:microsoft.com/office/officeart/2008/layout/LinedList"/>
    <dgm:cxn modelId="{58001BC5-0C1E-4C76-AAE0-77C516EFA055}" type="presParOf" srcId="{EE8D3073-18A4-4F91-86DF-770FA9D97F31}" destId="{F6519C37-3FD2-4D93-A8A0-62BD5CD16C03}" srcOrd="0" destOrd="0" presId="urn:microsoft.com/office/officeart/2008/layout/LinedList"/>
    <dgm:cxn modelId="{0D22A1E3-51AE-4360-8F18-4AA5F5C5CF13}" type="presParOf" srcId="{EE8D3073-18A4-4F91-86DF-770FA9D97F31}" destId="{2C0A5BFE-FCA5-48E2-8499-DDB3E0BA96D4}" srcOrd="1" destOrd="0" presId="urn:microsoft.com/office/officeart/2008/layout/LinedList"/>
    <dgm:cxn modelId="{1349FCE3-3F4A-4F77-AB72-B26B640ABF61}" type="presParOf" srcId="{4155073C-954A-4788-A2FD-2B3D8C791DD7}" destId="{F0BD20C5-66FA-481E-958F-29CD7591B9CB}" srcOrd="14" destOrd="0" presId="urn:microsoft.com/office/officeart/2008/layout/LinedList"/>
    <dgm:cxn modelId="{255A4B60-C1E7-424A-97B4-7844AE23AB12}" type="presParOf" srcId="{4155073C-954A-4788-A2FD-2B3D8C791DD7}" destId="{BAEE4240-21D3-49DF-B0EC-82AFF849DFAB}" srcOrd="15" destOrd="0" presId="urn:microsoft.com/office/officeart/2008/layout/LinedList"/>
    <dgm:cxn modelId="{99475CA0-A28F-4FE0-9D81-F816654E0B3B}" type="presParOf" srcId="{BAEE4240-21D3-49DF-B0EC-82AFF849DFAB}" destId="{890E6926-DA16-45FD-8337-B29345396FAA}" srcOrd="0" destOrd="0" presId="urn:microsoft.com/office/officeart/2008/layout/LinedList"/>
    <dgm:cxn modelId="{8177CE71-FE67-4FF6-9F86-232074C8ED4E}" type="presParOf" srcId="{BAEE4240-21D3-49DF-B0EC-82AFF849DFAB}" destId="{D48CDC09-ACFA-46C7-853A-80B56DBFA2B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83D4E6A-1C77-464F-B294-72B7CFD82BD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77910B9-6B82-4F49-979D-CD158C19112B}">
      <dgm:prSet/>
      <dgm:spPr/>
      <dgm:t>
        <a:bodyPr/>
        <a:lstStyle/>
        <a:p>
          <a:r>
            <a:rPr lang="fr-CH"/>
            <a:t>Dans le cadre de cet exercice, nous avons développé un script PowerShell capable de :</a:t>
          </a:r>
          <a:endParaRPr lang="en-US"/>
        </a:p>
      </dgm:t>
    </dgm:pt>
    <dgm:pt modelId="{3B6C235E-9568-486C-93D9-ACA8AAAFC244}" type="parTrans" cxnId="{D1FFA8BD-A847-4ED0-A49B-0B8E5DEA5C19}">
      <dgm:prSet/>
      <dgm:spPr/>
      <dgm:t>
        <a:bodyPr/>
        <a:lstStyle/>
        <a:p>
          <a:endParaRPr lang="en-US"/>
        </a:p>
      </dgm:t>
    </dgm:pt>
    <dgm:pt modelId="{CC69C3BC-5865-4B15-BBEE-DB805C6CBFE2}" type="sibTrans" cxnId="{D1FFA8BD-A847-4ED0-A49B-0B8E5DEA5C19}">
      <dgm:prSet/>
      <dgm:spPr/>
      <dgm:t>
        <a:bodyPr/>
        <a:lstStyle/>
        <a:p>
          <a:endParaRPr lang="en-US"/>
        </a:p>
      </dgm:t>
    </dgm:pt>
    <dgm:pt modelId="{DA12E80C-88AE-4D38-83F8-2A9983907612}">
      <dgm:prSet/>
      <dgm:spPr/>
      <dgm:t>
        <a:bodyPr/>
        <a:lstStyle/>
        <a:p>
          <a:r>
            <a:rPr lang="fr-CH"/>
            <a:t>Créer automatiquement un dossier utilisateur</a:t>
          </a:r>
          <a:endParaRPr lang="en-US"/>
        </a:p>
      </dgm:t>
    </dgm:pt>
    <dgm:pt modelId="{5020F6B2-D273-4826-A73B-F206614ED80C}" type="parTrans" cxnId="{8FBB1BC3-4070-4585-B495-7E262E2DC6C9}">
      <dgm:prSet/>
      <dgm:spPr/>
      <dgm:t>
        <a:bodyPr/>
        <a:lstStyle/>
        <a:p>
          <a:endParaRPr lang="en-US"/>
        </a:p>
      </dgm:t>
    </dgm:pt>
    <dgm:pt modelId="{3B51B076-B9FE-497E-BEA4-B687142AC302}" type="sibTrans" cxnId="{8FBB1BC3-4070-4585-B495-7E262E2DC6C9}">
      <dgm:prSet/>
      <dgm:spPr/>
      <dgm:t>
        <a:bodyPr/>
        <a:lstStyle/>
        <a:p>
          <a:endParaRPr lang="en-US"/>
        </a:p>
      </dgm:t>
    </dgm:pt>
    <dgm:pt modelId="{DB598AC4-B3CE-44D9-BDDD-BB5078D478C4}">
      <dgm:prSet/>
      <dgm:spPr/>
      <dgm:t>
        <a:bodyPr/>
        <a:lstStyle/>
        <a:p>
          <a:r>
            <a:rPr lang="fr-CH"/>
            <a:t>Générer un fichier confirmation.txt</a:t>
          </a:r>
          <a:endParaRPr lang="en-US"/>
        </a:p>
      </dgm:t>
    </dgm:pt>
    <dgm:pt modelId="{F49BE09D-BC13-425A-8BD6-0306E2E89BE3}" type="parTrans" cxnId="{F9A6FDE6-D51D-4557-9C32-F8CA74B7614E}">
      <dgm:prSet/>
      <dgm:spPr/>
      <dgm:t>
        <a:bodyPr/>
        <a:lstStyle/>
        <a:p>
          <a:endParaRPr lang="en-US"/>
        </a:p>
      </dgm:t>
    </dgm:pt>
    <dgm:pt modelId="{C98796AE-9674-4149-80E3-CBF3B623B573}" type="sibTrans" cxnId="{F9A6FDE6-D51D-4557-9C32-F8CA74B7614E}">
      <dgm:prSet/>
      <dgm:spPr/>
      <dgm:t>
        <a:bodyPr/>
        <a:lstStyle/>
        <a:p>
          <a:endParaRPr lang="en-US"/>
        </a:p>
      </dgm:t>
    </dgm:pt>
    <dgm:pt modelId="{705B928F-A90E-431F-89E8-5CFA7D5753B6}">
      <dgm:prSet/>
      <dgm:spPr/>
      <dgm:t>
        <a:bodyPr/>
        <a:lstStyle/>
        <a:p>
          <a:r>
            <a:rPr lang="fr-CH"/>
            <a:t>Ajouter la date dans le nom du dossier</a:t>
          </a:r>
          <a:endParaRPr lang="en-US"/>
        </a:p>
      </dgm:t>
    </dgm:pt>
    <dgm:pt modelId="{51728ACC-C5EE-4D07-AA7A-77FB6EC7E2AE}" type="parTrans" cxnId="{7D1F6423-B805-446F-B1ED-3C2C45972500}">
      <dgm:prSet/>
      <dgm:spPr/>
      <dgm:t>
        <a:bodyPr/>
        <a:lstStyle/>
        <a:p>
          <a:endParaRPr lang="en-US"/>
        </a:p>
      </dgm:t>
    </dgm:pt>
    <dgm:pt modelId="{5C16BA74-F445-489C-928A-CAD82106A442}" type="sibTrans" cxnId="{7D1F6423-B805-446F-B1ED-3C2C45972500}">
      <dgm:prSet/>
      <dgm:spPr/>
      <dgm:t>
        <a:bodyPr/>
        <a:lstStyle/>
        <a:p>
          <a:endParaRPr lang="en-US"/>
        </a:p>
      </dgm:t>
    </dgm:pt>
    <dgm:pt modelId="{ED7BD4CC-82A2-42DD-9467-BF08AD9E19AE}">
      <dgm:prSet/>
      <dgm:spPr/>
      <dgm:t>
        <a:bodyPr/>
        <a:lstStyle/>
        <a:p>
          <a:r>
            <a:rPr lang="fr-CH"/>
            <a:t>Enregistrer chaque opération dans un fichier log</a:t>
          </a:r>
          <a:endParaRPr lang="en-US"/>
        </a:p>
      </dgm:t>
    </dgm:pt>
    <dgm:pt modelId="{5C0E9582-1DAC-4460-9D50-00D231BC98DA}" type="parTrans" cxnId="{7AE83415-F7A8-4926-9ACF-300BF060E356}">
      <dgm:prSet/>
      <dgm:spPr/>
      <dgm:t>
        <a:bodyPr/>
        <a:lstStyle/>
        <a:p>
          <a:endParaRPr lang="en-US"/>
        </a:p>
      </dgm:t>
    </dgm:pt>
    <dgm:pt modelId="{CE8B74BB-88A9-401E-AB62-9FAB873E5700}" type="sibTrans" cxnId="{7AE83415-F7A8-4926-9ACF-300BF060E356}">
      <dgm:prSet/>
      <dgm:spPr/>
      <dgm:t>
        <a:bodyPr/>
        <a:lstStyle/>
        <a:p>
          <a:endParaRPr lang="en-US"/>
        </a:p>
      </dgm:t>
    </dgm:pt>
    <dgm:pt modelId="{8B99F51A-D60E-43B4-9510-98C70BBBDEA6}">
      <dgm:prSet/>
      <dgm:spPr/>
      <dgm:t>
        <a:bodyPr/>
        <a:lstStyle/>
        <a:p>
          <a:r>
            <a:rPr lang="fr-CH"/>
            <a:t>Cette automatisation permet de standardiser la procédure et de garantir une meilleure organisation des fichiers</a:t>
          </a:r>
          <a:endParaRPr lang="en-US"/>
        </a:p>
      </dgm:t>
    </dgm:pt>
    <dgm:pt modelId="{15678D5B-032C-4933-8E68-CA056953D2E0}" type="parTrans" cxnId="{F079EDF2-B8AB-4DEB-ADB3-106A070EB7FF}">
      <dgm:prSet/>
      <dgm:spPr/>
      <dgm:t>
        <a:bodyPr/>
        <a:lstStyle/>
        <a:p>
          <a:endParaRPr lang="en-US"/>
        </a:p>
      </dgm:t>
    </dgm:pt>
    <dgm:pt modelId="{DAEC7859-4967-4BCA-8EDC-9D3F8DD83BD5}" type="sibTrans" cxnId="{F079EDF2-B8AB-4DEB-ADB3-106A070EB7FF}">
      <dgm:prSet/>
      <dgm:spPr/>
      <dgm:t>
        <a:bodyPr/>
        <a:lstStyle/>
        <a:p>
          <a:endParaRPr lang="en-US"/>
        </a:p>
      </dgm:t>
    </dgm:pt>
    <dgm:pt modelId="{92A72338-60B4-4E1A-A56F-48D67AE4E215}" type="pres">
      <dgm:prSet presAssocID="{083D4E6A-1C77-464F-B294-72B7CFD82BDE}" presName="linear" presStyleCnt="0">
        <dgm:presLayoutVars>
          <dgm:animLvl val="lvl"/>
          <dgm:resizeHandles val="exact"/>
        </dgm:presLayoutVars>
      </dgm:prSet>
      <dgm:spPr/>
    </dgm:pt>
    <dgm:pt modelId="{EFC852ED-C1B1-4DD1-96CB-AE6BFED7B4A3}" type="pres">
      <dgm:prSet presAssocID="{E77910B9-6B82-4F49-979D-CD158C19112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767A508-45EF-4B6B-B82A-3B16FCA3FB21}" type="pres">
      <dgm:prSet presAssocID="{E77910B9-6B82-4F49-979D-CD158C19112B}" presName="childText" presStyleLbl="revTx" presStyleIdx="0" presStyleCnt="1">
        <dgm:presLayoutVars>
          <dgm:bulletEnabled val="1"/>
        </dgm:presLayoutVars>
      </dgm:prSet>
      <dgm:spPr/>
    </dgm:pt>
    <dgm:pt modelId="{BDF54D9D-D875-4177-A8C1-D64AB4AE6E59}" type="pres">
      <dgm:prSet presAssocID="{8B99F51A-D60E-43B4-9510-98C70BBBDEA6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7AE83415-F7A8-4926-9ACF-300BF060E356}" srcId="{E77910B9-6B82-4F49-979D-CD158C19112B}" destId="{ED7BD4CC-82A2-42DD-9467-BF08AD9E19AE}" srcOrd="3" destOrd="0" parTransId="{5C0E9582-1DAC-4460-9D50-00D231BC98DA}" sibTransId="{CE8B74BB-88A9-401E-AB62-9FAB873E5700}"/>
    <dgm:cxn modelId="{7D1F6423-B805-446F-B1ED-3C2C45972500}" srcId="{E77910B9-6B82-4F49-979D-CD158C19112B}" destId="{705B928F-A90E-431F-89E8-5CFA7D5753B6}" srcOrd="2" destOrd="0" parTransId="{51728ACC-C5EE-4D07-AA7A-77FB6EC7E2AE}" sibTransId="{5C16BA74-F445-489C-928A-CAD82106A442}"/>
    <dgm:cxn modelId="{8F76B75E-C76E-4BC4-8001-7931E9A36D63}" type="presOf" srcId="{E77910B9-6B82-4F49-979D-CD158C19112B}" destId="{EFC852ED-C1B1-4DD1-96CB-AE6BFED7B4A3}" srcOrd="0" destOrd="0" presId="urn:microsoft.com/office/officeart/2005/8/layout/vList2"/>
    <dgm:cxn modelId="{37F3FA6F-309B-4A98-A6ED-CFB56D8DBA24}" type="presOf" srcId="{DB598AC4-B3CE-44D9-BDDD-BB5078D478C4}" destId="{3767A508-45EF-4B6B-B82A-3B16FCA3FB21}" srcOrd="0" destOrd="1" presId="urn:microsoft.com/office/officeart/2005/8/layout/vList2"/>
    <dgm:cxn modelId="{7BD6559E-2F7F-416D-B2E0-F9F4412D371E}" type="presOf" srcId="{083D4E6A-1C77-464F-B294-72B7CFD82BDE}" destId="{92A72338-60B4-4E1A-A56F-48D67AE4E215}" srcOrd="0" destOrd="0" presId="urn:microsoft.com/office/officeart/2005/8/layout/vList2"/>
    <dgm:cxn modelId="{9F509EA3-86DF-4E6A-9853-F59EE1028EDA}" type="presOf" srcId="{DA12E80C-88AE-4D38-83F8-2A9983907612}" destId="{3767A508-45EF-4B6B-B82A-3B16FCA3FB21}" srcOrd="0" destOrd="0" presId="urn:microsoft.com/office/officeart/2005/8/layout/vList2"/>
    <dgm:cxn modelId="{D1FFA8BD-A847-4ED0-A49B-0B8E5DEA5C19}" srcId="{083D4E6A-1C77-464F-B294-72B7CFD82BDE}" destId="{E77910B9-6B82-4F49-979D-CD158C19112B}" srcOrd="0" destOrd="0" parTransId="{3B6C235E-9568-486C-93D9-ACA8AAAFC244}" sibTransId="{CC69C3BC-5865-4B15-BBEE-DB805C6CBFE2}"/>
    <dgm:cxn modelId="{8FBB1BC3-4070-4585-B495-7E262E2DC6C9}" srcId="{E77910B9-6B82-4F49-979D-CD158C19112B}" destId="{DA12E80C-88AE-4D38-83F8-2A9983907612}" srcOrd="0" destOrd="0" parTransId="{5020F6B2-D273-4826-A73B-F206614ED80C}" sibTransId="{3B51B076-B9FE-497E-BEA4-B687142AC302}"/>
    <dgm:cxn modelId="{4AF854CC-684A-48DF-8113-C0E7967CE58C}" type="presOf" srcId="{705B928F-A90E-431F-89E8-5CFA7D5753B6}" destId="{3767A508-45EF-4B6B-B82A-3B16FCA3FB21}" srcOrd="0" destOrd="2" presId="urn:microsoft.com/office/officeart/2005/8/layout/vList2"/>
    <dgm:cxn modelId="{996F85D7-1E2C-4DFF-B9B8-9B57FC372839}" type="presOf" srcId="{ED7BD4CC-82A2-42DD-9467-BF08AD9E19AE}" destId="{3767A508-45EF-4B6B-B82A-3B16FCA3FB21}" srcOrd="0" destOrd="3" presId="urn:microsoft.com/office/officeart/2005/8/layout/vList2"/>
    <dgm:cxn modelId="{F9A6FDE6-D51D-4557-9C32-F8CA74B7614E}" srcId="{E77910B9-6B82-4F49-979D-CD158C19112B}" destId="{DB598AC4-B3CE-44D9-BDDD-BB5078D478C4}" srcOrd="1" destOrd="0" parTransId="{F49BE09D-BC13-425A-8BD6-0306E2E89BE3}" sibTransId="{C98796AE-9674-4149-80E3-CBF3B623B573}"/>
    <dgm:cxn modelId="{F079EDF2-B8AB-4DEB-ADB3-106A070EB7FF}" srcId="{083D4E6A-1C77-464F-B294-72B7CFD82BDE}" destId="{8B99F51A-D60E-43B4-9510-98C70BBBDEA6}" srcOrd="1" destOrd="0" parTransId="{15678D5B-032C-4933-8E68-CA056953D2E0}" sibTransId="{DAEC7859-4967-4BCA-8EDC-9D3F8DD83BD5}"/>
    <dgm:cxn modelId="{E666B6FA-1F08-44DE-A7FB-AEDF7FDDD745}" type="presOf" srcId="{8B99F51A-D60E-43B4-9510-98C70BBBDEA6}" destId="{BDF54D9D-D875-4177-A8C1-D64AB4AE6E59}" srcOrd="0" destOrd="0" presId="urn:microsoft.com/office/officeart/2005/8/layout/vList2"/>
    <dgm:cxn modelId="{56048942-4630-41A2-93BB-2017CEA3EA73}" type="presParOf" srcId="{92A72338-60B4-4E1A-A56F-48D67AE4E215}" destId="{EFC852ED-C1B1-4DD1-96CB-AE6BFED7B4A3}" srcOrd="0" destOrd="0" presId="urn:microsoft.com/office/officeart/2005/8/layout/vList2"/>
    <dgm:cxn modelId="{E2B22AF5-774A-458D-A0FD-8A1839620905}" type="presParOf" srcId="{92A72338-60B4-4E1A-A56F-48D67AE4E215}" destId="{3767A508-45EF-4B6B-B82A-3B16FCA3FB21}" srcOrd="1" destOrd="0" presId="urn:microsoft.com/office/officeart/2005/8/layout/vList2"/>
    <dgm:cxn modelId="{6268D480-6496-447C-AF40-1F7EE09EDA9A}" type="presParOf" srcId="{92A72338-60B4-4E1A-A56F-48D67AE4E215}" destId="{BDF54D9D-D875-4177-A8C1-D64AB4AE6E59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DE4B49C-E918-47AE-87ED-23EB3155932E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6A344AB-D8C0-4F81-B269-6B7E4274C06C}">
      <dgm:prSet/>
      <dgm:spPr/>
      <dgm:t>
        <a:bodyPr/>
        <a:lstStyle/>
        <a:p>
          <a:r>
            <a:rPr lang="fr-CH" b="1"/>
            <a:t>Fonctionnement du script</a:t>
          </a:r>
          <a:endParaRPr lang="en-US"/>
        </a:p>
      </dgm:t>
    </dgm:pt>
    <dgm:pt modelId="{8550A692-AA99-4A2A-9C52-E4141EBCF82B}" type="parTrans" cxnId="{7ECAE82A-CC4C-461C-9A5B-83D9BA5D849E}">
      <dgm:prSet/>
      <dgm:spPr/>
      <dgm:t>
        <a:bodyPr/>
        <a:lstStyle/>
        <a:p>
          <a:endParaRPr lang="en-US"/>
        </a:p>
      </dgm:t>
    </dgm:pt>
    <dgm:pt modelId="{355BF117-DE59-4A88-BD78-8157AC273562}" type="sibTrans" cxnId="{7ECAE82A-CC4C-461C-9A5B-83D9BA5D849E}">
      <dgm:prSet/>
      <dgm:spPr/>
      <dgm:t>
        <a:bodyPr/>
        <a:lstStyle/>
        <a:p>
          <a:endParaRPr lang="en-US"/>
        </a:p>
      </dgm:t>
    </dgm:pt>
    <dgm:pt modelId="{F902EF67-7225-49B1-A177-095335CA60E3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Le script automatise la création d’un dossier utilisateur en plusieurs étapes :</a:t>
          </a:r>
          <a:endParaRPr lang="en-US"/>
        </a:p>
      </dgm:t>
    </dgm:pt>
    <dgm:pt modelId="{F4ED8BAE-D3FB-4D49-AB44-85FE51EDAE7E}" type="parTrans" cxnId="{ECE6B063-8397-4866-9E9B-7C9A37F0B372}">
      <dgm:prSet/>
      <dgm:spPr/>
      <dgm:t>
        <a:bodyPr/>
        <a:lstStyle/>
        <a:p>
          <a:endParaRPr lang="en-US"/>
        </a:p>
      </dgm:t>
    </dgm:pt>
    <dgm:pt modelId="{2C754C78-8F5F-402B-A01B-A249CAFADAF2}" type="sibTrans" cxnId="{ECE6B063-8397-4866-9E9B-7C9A37F0B372}">
      <dgm:prSet/>
      <dgm:spPr/>
      <dgm:t>
        <a:bodyPr/>
        <a:lstStyle/>
        <a:p>
          <a:endParaRPr lang="en-US"/>
        </a:p>
      </dgm:t>
    </dgm:pt>
    <dgm:pt modelId="{6782FA92-9843-4953-BC26-A726BB9CD0A6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Le script récupère le nom de l’utilisateur</a:t>
          </a:r>
          <a:endParaRPr lang="en-US"/>
        </a:p>
      </dgm:t>
    </dgm:pt>
    <dgm:pt modelId="{0B6B3837-8406-46F5-A1B4-FE039E72C1C0}" type="parTrans" cxnId="{F140C93A-BB6A-40A4-AE62-2BD0E47B285E}">
      <dgm:prSet/>
      <dgm:spPr/>
      <dgm:t>
        <a:bodyPr/>
        <a:lstStyle/>
        <a:p>
          <a:endParaRPr lang="en-US"/>
        </a:p>
      </dgm:t>
    </dgm:pt>
    <dgm:pt modelId="{28F8BF7A-118A-47D4-A076-A0147E32FE7F}" type="sibTrans" cxnId="{F140C93A-BB6A-40A4-AE62-2BD0E47B285E}">
      <dgm:prSet/>
      <dgm:spPr/>
      <dgm:t>
        <a:bodyPr/>
        <a:lstStyle/>
        <a:p>
          <a:endParaRPr lang="en-US"/>
        </a:p>
      </dgm:t>
    </dgm:pt>
    <dgm:pt modelId="{FB09A09E-47D4-469A-8CBD-8A9107423DD9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Il génère la date automatiquement</a:t>
          </a:r>
          <a:endParaRPr lang="en-US"/>
        </a:p>
      </dgm:t>
    </dgm:pt>
    <dgm:pt modelId="{93990B77-39C4-4DC9-A9BE-5B18BA39C4DB}" type="parTrans" cxnId="{ED647D14-28FF-4B40-985E-905038B5D1F5}">
      <dgm:prSet/>
      <dgm:spPr/>
      <dgm:t>
        <a:bodyPr/>
        <a:lstStyle/>
        <a:p>
          <a:endParaRPr lang="en-US"/>
        </a:p>
      </dgm:t>
    </dgm:pt>
    <dgm:pt modelId="{7CC209EE-7E71-4708-9BEE-D8BCEF70FD5A}" type="sibTrans" cxnId="{ED647D14-28FF-4B40-985E-905038B5D1F5}">
      <dgm:prSet/>
      <dgm:spPr/>
      <dgm:t>
        <a:bodyPr/>
        <a:lstStyle/>
        <a:p>
          <a:endParaRPr lang="en-US"/>
        </a:p>
      </dgm:t>
    </dgm:pt>
    <dgm:pt modelId="{E8C5A65F-24C3-4493-89D3-A455E5F683D1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Il crée le dossier utilisateur avec la date</a:t>
          </a:r>
          <a:endParaRPr lang="en-US"/>
        </a:p>
      </dgm:t>
    </dgm:pt>
    <dgm:pt modelId="{7958B1F4-63F9-4F2F-8AD8-3F8E24420150}" type="parTrans" cxnId="{E1ED3A85-C7B9-4806-8E1F-47EC8758E356}">
      <dgm:prSet/>
      <dgm:spPr/>
      <dgm:t>
        <a:bodyPr/>
        <a:lstStyle/>
        <a:p>
          <a:endParaRPr lang="en-US"/>
        </a:p>
      </dgm:t>
    </dgm:pt>
    <dgm:pt modelId="{680C791A-34B0-41EF-B122-193006C68BAB}" type="sibTrans" cxnId="{E1ED3A85-C7B9-4806-8E1F-47EC8758E356}">
      <dgm:prSet/>
      <dgm:spPr/>
      <dgm:t>
        <a:bodyPr/>
        <a:lstStyle/>
        <a:p>
          <a:endParaRPr lang="en-US"/>
        </a:p>
      </dgm:t>
    </dgm:pt>
    <dgm:pt modelId="{AD98BBBA-E424-4946-A2C8-2A51ABD21515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Il crée un fichier confirmation.txt dans le dossier</a:t>
          </a:r>
          <a:endParaRPr lang="en-US"/>
        </a:p>
      </dgm:t>
    </dgm:pt>
    <dgm:pt modelId="{6B4016C7-3256-445B-92B2-AB4AA2583050}" type="parTrans" cxnId="{35171C2F-E3AE-41E9-A679-F3E5AEAB3631}">
      <dgm:prSet/>
      <dgm:spPr/>
      <dgm:t>
        <a:bodyPr/>
        <a:lstStyle/>
        <a:p>
          <a:endParaRPr lang="en-US"/>
        </a:p>
      </dgm:t>
    </dgm:pt>
    <dgm:pt modelId="{EA0C8A78-6219-40A8-B8A3-BC89258736FA}" type="sibTrans" cxnId="{35171C2F-E3AE-41E9-A679-F3E5AEAB3631}">
      <dgm:prSet/>
      <dgm:spPr/>
      <dgm:t>
        <a:bodyPr/>
        <a:lstStyle/>
        <a:p>
          <a:endParaRPr lang="en-US"/>
        </a:p>
      </dgm:t>
    </dgm:pt>
    <dgm:pt modelId="{BE52AF88-91AA-4040-A066-11483B9570CC}">
      <dgm:prSet/>
      <dgm:spPr/>
      <dgm:t>
        <a:bodyPr/>
        <a:lstStyle/>
        <a:p>
          <a:pPr>
            <a:lnSpc>
              <a:spcPct val="100000"/>
            </a:lnSpc>
          </a:pPr>
          <a:r>
            <a:rPr lang="fr-CH"/>
            <a:t>Il enregistre l’opération dans un fichier log.txt</a:t>
          </a:r>
          <a:endParaRPr lang="en-US"/>
        </a:p>
      </dgm:t>
    </dgm:pt>
    <dgm:pt modelId="{230C0E74-D00A-46CD-B743-500D499FCFE7}" type="parTrans" cxnId="{4C211930-855F-4D0E-9E26-B25B51105268}">
      <dgm:prSet/>
      <dgm:spPr/>
      <dgm:t>
        <a:bodyPr/>
        <a:lstStyle/>
        <a:p>
          <a:endParaRPr lang="en-US"/>
        </a:p>
      </dgm:t>
    </dgm:pt>
    <dgm:pt modelId="{7B02E2DB-3D88-4296-9F4A-97FA91EE00F0}" type="sibTrans" cxnId="{4C211930-855F-4D0E-9E26-B25B51105268}">
      <dgm:prSet/>
      <dgm:spPr/>
      <dgm:t>
        <a:bodyPr/>
        <a:lstStyle/>
        <a:p>
          <a:endParaRPr lang="en-US"/>
        </a:p>
      </dgm:t>
    </dgm:pt>
    <dgm:pt modelId="{8BE04C26-2E09-4FD3-AA3B-FE2CC669F28F}">
      <dgm:prSet/>
      <dgm:spPr/>
      <dgm:t>
        <a:bodyPr/>
        <a:lstStyle/>
        <a:p>
          <a:r>
            <a:rPr lang="fr-CH"/>
            <a:t>Nom utilisateur → Création dossier → confirmation.txt → log.txt</a:t>
          </a:r>
          <a:endParaRPr lang="en-US"/>
        </a:p>
      </dgm:t>
    </dgm:pt>
    <dgm:pt modelId="{B1F1255A-B2E2-4CFE-9A72-B2A44EA4D5DE}" type="parTrans" cxnId="{9BA541AD-33C4-4BE6-B34C-0BE04587FDA2}">
      <dgm:prSet/>
      <dgm:spPr/>
      <dgm:t>
        <a:bodyPr/>
        <a:lstStyle/>
        <a:p>
          <a:endParaRPr lang="en-US"/>
        </a:p>
      </dgm:t>
    </dgm:pt>
    <dgm:pt modelId="{5F61CA13-713D-4DEC-9BEA-43AACCE568B6}" type="sibTrans" cxnId="{9BA541AD-33C4-4BE6-B34C-0BE04587FDA2}">
      <dgm:prSet/>
      <dgm:spPr/>
      <dgm:t>
        <a:bodyPr/>
        <a:lstStyle/>
        <a:p>
          <a:endParaRPr lang="en-US"/>
        </a:p>
      </dgm:t>
    </dgm:pt>
    <dgm:pt modelId="{DF51DEC4-BEE1-4D2C-8A55-3AFCD2156A8D}" type="pres">
      <dgm:prSet presAssocID="{1DE4B49C-E918-47AE-87ED-23EB3155932E}" presName="linear" presStyleCnt="0">
        <dgm:presLayoutVars>
          <dgm:dir/>
          <dgm:animLvl val="lvl"/>
          <dgm:resizeHandles val="exact"/>
        </dgm:presLayoutVars>
      </dgm:prSet>
      <dgm:spPr/>
    </dgm:pt>
    <dgm:pt modelId="{1DD4F395-C85A-47D0-B4B8-953AE1D543F1}" type="pres">
      <dgm:prSet presAssocID="{16A344AB-D8C0-4F81-B269-6B7E4274C06C}" presName="parentLin" presStyleCnt="0"/>
      <dgm:spPr/>
    </dgm:pt>
    <dgm:pt modelId="{CF9C7F64-1F8E-4C53-B773-1D1848BF8650}" type="pres">
      <dgm:prSet presAssocID="{16A344AB-D8C0-4F81-B269-6B7E4274C06C}" presName="parentLeftMargin" presStyleLbl="node1" presStyleIdx="0" presStyleCnt="2"/>
      <dgm:spPr/>
    </dgm:pt>
    <dgm:pt modelId="{ACC8088A-9C7F-4936-9605-449E29FFAB1D}" type="pres">
      <dgm:prSet presAssocID="{16A344AB-D8C0-4F81-B269-6B7E4274C06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5CED32B-D2DC-4AEE-8E25-3BB1935CA910}" type="pres">
      <dgm:prSet presAssocID="{16A344AB-D8C0-4F81-B269-6B7E4274C06C}" presName="negativeSpace" presStyleCnt="0"/>
      <dgm:spPr/>
    </dgm:pt>
    <dgm:pt modelId="{3BF41EE6-09E5-46CD-92F1-8BD4D6D4C5FF}" type="pres">
      <dgm:prSet presAssocID="{16A344AB-D8C0-4F81-B269-6B7E4274C06C}" presName="childText" presStyleLbl="conFgAcc1" presStyleIdx="0" presStyleCnt="2">
        <dgm:presLayoutVars>
          <dgm:bulletEnabled val="1"/>
        </dgm:presLayoutVars>
      </dgm:prSet>
      <dgm:spPr/>
    </dgm:pt>
    <dgm:pt modelId="{5B489160-84C3-46D1-A9ED-2D1407BF691D}" type="pres">
      <dgm:prSet presAssocID="{355BF117-DE59-4A88-BD78-8157AC273562}" presName="spaceBetweenRectangles" presStyleCnt="0"/>
      <dgm:spPr/>
    </dgm:pt>
    <dgm:pt modelId="{4ADC7F70-006E-476D-AD8D-7938C912D475}" type="pres">
      <dgm:prSet presAssocID="{8BE04C26-2E09-4FD3-AA3B-FE2CC669F28F}" presName="parentLin" presStyleCnt="0"/>
      <dgm:spPr/>
    </dgm:pt>
    <dgm:pt modelId="{A3114891-0129-49B6-AB92-FA9C416969C7}" type="pres">
      <dgm:prSet presAssocID="{8BE04C26-2E09-4FD3-AA3B-FE2CC669F28F}" presName="parentLeftMargin" presStyleLbl="node1" presStyleIdx="0" presStyleCnt="2"/>
      <dgm:spPr/>
    </dgm:pt>
    <dgm:pt modelId="{97627824-EC64-493D-94FB-C30AD827573A}" type="pres">
      <dgm:prSet presAssocID="{8BE04C26-2E09-4FD3-AA3B-FE2CC669F28F}" presName="parentText" presStyleLbl="node1" presStyleIdx="1" presStyleCnt="2" custLinFactNeighborX="-48849" custLinFactNeighborY="99378">
        <dgm:presLayoutVars>
          <dgm:chMax val="0"/>
          <dgm:bulletEnabled val="1"/>
        </dgm:presLayoutVars>
      </dgm:prSet>
      <dgm:spPr/>
    </dgm:pt>
    <dgm:pt modelId="{2EA7400F-3451-4F4E-8960-5728BF3C45E7}" type="pres">
      <dgm:prSet presAssocID="{8BE04C26-2E09-4FD3-AA3B-FE2CC669F28F}" presName="negativeSpace" presStyleCnt="0"/>
      <dgm:spPr/>
    </dgm:pt>
    <dgm:pt modelId="{74EF48B7-574F-4086-82D3-56C09C953616}" type="pres">
      <dgm:prSet presAssocID="{8BE04C26-2E09-4FD3-AA3B-FE2CC669F28F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D421B40A-10B3-4424-A309-D4A8DC9904C7}" type="presOf" srcId="{16A344AB-D8C0-4F81-B269-6B7E4274C06C}" destId="{ACC8088A-9C7F-4936-9605-449E29FFAB1D}" srcOrd="1" destOrd="0" presId="urn:microsoft.com/office/officeart/2005/8/layout/list1"/>
    <dgm:cxn modelId="{EE68BB0A-CA88-4965-AABE-CB9C68FC8B60}" type="presOf" srcId="{1DE4B49C-E918-47AE-87ED-23EB3155932E}" destId="{DF51DEC4-BEE1-4D2C-8A55-3AFCD2156A8D}" srcOrd="0" destOrd="0" presId="urn:microsoft.com/office/officeart/2005/8/layout/list1"/>
    <dgm:cxn modelId="{ED647D14-28FF-4B40-985E-905038B5D1F5}" srcId="{16A344AB-D8C0-4F81-B269-6B7E4274C06C}" destId="{FB09A09E-47D4-469A-8CBD-8A9107423DD9}" srcOrd="2" destOrd="0" parTransId="{93990B77-39C4-4DC9-A9BE-5B18BA39C4DB}" sibTransId="{7CC209EE-7E71-4708-9BEE-D8BCEF70FD5A}"/>
    <dgm:cxn modelId="{7ECAE82A-CC4C-461C-9A5B-83D9BA5D849E}" srcId="{1DE4B49C-E918-47AE-87ED-23EB3155932E}" destId="{16A344AB-D8C0-4F81-B269-6B7E4274C06C}" srcOrd="0" destOrd="0" parTransId="{8550A692-AA99-4A2A-9C52-E4141EBCF82B}" sibTransId="{355BF117-DE59-4A88-BD78-8157AC273562}"/>
    <dgm:cxn modelId="{35171C2F-E3AE-41E9-A679-F3E5AEAB3631}" srcId="{16A344AB-D8C0-4F81-B269-6B7E4274C06C}" destId="{AD98BBBA-E424-4946-A2C8-2A51ABD21515}" srcOrd="4" destOrd="0" parTransId="{6B4016C7-3256-445B-92B2-AB4AA2583050}" sibTransId="{EA0C8A78-6219-40A8-B8A3-BC89258736FA}"/>
    <dgm:cxn modelId="{4C211930-855F-4D0E-9E26-B25B51105268}" srcId="{16A344AB-D8C0-4F81-B269-6B7E4274C06C}" destId="{BE52AF88-91AA-4040-A066-11483B9570CC}" srcOrd="5" destOrd="0" parTransId="{230C0E74-D00A-46CD-B743-500D499FCFE7}" sibTransId="{7B02E2DB-3D88-4296-9F4A-97FA91EE00F0}"/>
    <dgm:cxn modelId="{E6A66B36-6A57-45CE-8FEA-5FD870EE06C7}" type="presOf" srcId="{E8C5A65F-24C3-4493-89D3-A455E5F683D1}" destId="{3BF41EE6-09E5-46CD-92F1-8BD4D6D4C5FF}" srcOrd="0" destOrd="3" presId="urn:microsoft.com/office/officeart/2005/8/layout/list1"/>
    <dgm:cxn modelId="{F140C93A-BB6A-40A4-AE62-2BD0E47B285E}" srcId="{16A344AB-D8C0-4F81-B269-6B7E4274C06C}" destId="{6782FA92-9843-4953-BC26-A726BB9CD0A6}" srcOrd="1" destOrd="0" parTransId="{0B6B3837-8406-46F5-A1B4-FE039E72C1C0}" sibTransId="{28F8BF7A-118A-47D4-A076-A0147E32FE7F}"/>
    <dgm:cxn modelId="{33F29A41-AB7D-474D-A12B-9978D7E31591}" type="presOf" srcId="{8BE04C26-2E09-4FD3-AA3B-FE2CC669F28F}" destId="{A3114891-0129-49B6-AB92-FA9C416969C7}" srcOrd="0" destOrd="0" presId="urn:microsoft.com/office/officeart/2005/8/layout/list1"/>
    <dgm:cxn modelId="{ECE6B063-8397-4866-9E9B-7C9A37F0B372}" srcId="{16A344AB-D8C0-4F81-B269-6B7E4274C06C}" destId="{F902EF67-7225-49B1-A177-095335CA60E3}" srcOrd="0" destOrd="0" parTransId="{F4ED8BAE-D3FB-4D49-AB44-85FE51EDAE7E}" sibTransId="{2C754C78-8F5F-402B-A01B-A249CAFADAF2}"/>
    <dgm:cxn modelId="{C8E6614F-3AE2-4CD6-8C32-C3975851C85F}" type="presOf" srcId="{BE52AF88-91AA-4040-A066-11483B9570CC}" destId="{3BF41EE6-09E5-46CD-92F1-8BD4D6D4C5FF}" srcOrd="0" destOrd="5" presId="urn:microsoft.com/office/officeart/2005/8/layout/list1"/>
    <dgm:cxn modelId="{45800D70-8322-4665-A376-648C5CBB433C}" type="presOf" srcId="{AD98BBBA-E424-4946-A2C8-2A51ABD21515}" destId="{3BF41EE6-09E5-46CD-92F1-8BD4D6D4C5FF}" srcOrd="0" destOrd="4" presId="urn:microsoft.com/office/officeart/2005/8/layout/list1"/>
    <dgm:cxn modelId="{6BA01C7B-E72E-443C-948D-CFEB59A3AA49}" type="presOf" srcId="{FB09A09E-47D4-469A-8CBD-8A9107423DD9}" destId="{3BF41EE6-09E5-46CD-92F1-8BD4D6D4C5FF}" srcOrd="0" destOrd="2" presId="urn:microsoft.com/office/officeart/2005/8/layout/list1"/>
    <dgm:cxn modelId="{E1ED3A85-C7B9-4806-8E1F-47EC8758E356}" srcId="{16A344AB-D8C0-4F81-B269-6B7E4274C06C}" destId="{E8C5A65F-24C3-4493-89D3-A455E5F683D1}" srcOrd="3" destOrd="0" parTransId="{7958B1F4-63F9-4F2F-8AD8-3F8E24420150}" sibTransId="{680C791A-34B0-41EF-B122-193006C68BAB}"/>
    <dgm:cxn modelId="{42225386-8727-4C46-96C6-4D1710F82CDE}" type="presOf" srcId="{6782FA92-9843-4953-BC26-A726BB9CD0A6}" destId="{3BF41EE6-09E5-46CD-92F1-8BD4D6D4C5FF}" srcOrd="0" destOrd="1" presId="urn:microsoft.com/office/officeart/2005/8/layout/list1"/>
    <dgm:cxn modelId="{9BA541AD-33C4-4BE6-B34C-0BE04587FDA2}" srcId="{1DE4B49C-E918-47AE-87ED-23EB3155932E}" destId="{8BE04C26-2E09-4FD3-AA3B-FE2CC669F28F}" srcOrd="1" destOrd="0" parTransId="{B1F1255A-B2E2-4CFE-9A72-B2A44EA4D5DE}" sibTransId="{5F61CA13-713D-4DEC-9BEA-43AACCE568B6}"/>
    <dgm:cxn modelId="{4E741FD5-9AAE-4856-A7C3-A8DDF38A25E9}" type="presOf" srcId="{16A344AB-D8C0-4F81-B269-6B7E4274C06C}" destId="{CF9C7F64-1F8E-4C53-B773-1D1848BF8650}" srcOrd="0" destOrd="0" presId="urn:microsoft.com/office/officeart/2005/8/layout/list1"/>
    <dgm:cxn modelId="{B2A126D6-3D6B-4E55-BFE8-F47DDE7B19F2}" type="presOf" srcId="{8BE04C26-2E09-4FD3-AA3B-FE2CC669F28F}" destId="{97627824-EC64-493D-94FB-C30AD827573A}" srcOrd="1" destOrd="0" presId="urn:microsoft.com/office/officeart/2005/8/layout/list1"/>
    <dgm:cxn modelId="{58EA60FA-5FE9-4D4F-B021-D14800AC38F5}" type="presOf" srcId="{F902EF67-7225-49B1-A177-095335CA60E3}" destId="{3BF41EE6-09E5-46CD-92F1-8BD4D6D4C5FF}" srcOrd="0" destOrd="0" presId="urn:microsoft.com/office/officeart/2005/8/layout/list1"/>
    <dgm:cxn modelId="{5E541438-FD67-4B40-AC8D-72F19E9F3975}" type="presParOf" srcId="{DF51DEC4-BEE1-4D2C-8A55-3AFCD2156A8D}" destId="{1DD4F395-C85A-47D0-B4B8-953AE1D543F1}" srcOrd="0" destOrd="0" presId="urn:microsoft.com/office/officeart/2005/8/layout/list1"/>
    <dgm:cxn modelId="{3091157A-C95B-4771-9E06-1E393411D001}" type="presParOf" srcId="{1DD4F395-C85A-47D0-B4B8-953AE1D543F1}" destId="{CF9C7F64-1F8E-4C53-B773-1D1848BF8650}" srcOrd="0" destOrd="0" presId="urn:microsoft.com/office/officeart/2005/8/layout/list1"/>
    <dgm:cxn modelId="{695649E6-8ED8-4731-A51F-5C06F259DEDC}" type="presParOf" srcId="{1DD4F395-C85A-47D0-B4B8-953AE1D543F1}" destId="{ACC8088A-9C7F-4936-9605-449E29FFAB1D}" srcOrd="1" destOrd="0" presId="urn:microsoft.com/office/officeart/2005/8/layout/list1"/>
    <dgm:cxn modelId="{78A3D29A-0F2F-4D1D-8B91-5CFF9013F48F}" type="presParOf" srcId="{DF51DEC4-BEE1-4D2C-8A55-3AFCD2156A8D}" destId="{C5CED32B-D2DC-4AEE-8E25-3BB1935CA910}" srcOrd="1" destOrd="0" presId="urn:microsoft.com/office/officeart/2005/8/layout/list1"/>
    <dgm:cxn modelId="{32C2F5CD-5CA8-4311-BC67-92DD605B93D6}" type="presParOf" srcId="{DF51DEC4-BEE1-4D2C-8A55-3AFCD2156A8D}" destId="{3BF41EE6-09E5-46CD-92F1-8BD4D6D4C5FF}" srcOrd="2" destOrd="0" presId="urn:microsoft.com/office/officeart/2005/8/layout/list1"/>
    <dgm:cxn modelId="{BF026EBB-86D0-49C4-AED9-A4932DB34A92}" type="presParOf" srcId="{DF51DEC4-BEE1-4D2C-8A55-3AFCD2156A8D}" destId="{5B489160-84C3-46D1-A9ED-2D1407BF691D}" srcOrd="3" destOrd="0" presId="urn:microsoft.com/office/officeart/2005/8/layout/list1"/>
    <dgm:cxn modelId="{40FAC0FD-DE44-4FAE-8731-8BDBD29CC145}" type="presParOf" srcId="{DF51DEC4-BEE1-4D2C-8A55-3AFCD2156A8D}" destId="{4ADC7F70-006E-476D-AD8D-7938C912D475}" srcOrd="4" destOrd="0" presId="urn:microsoft.com/office/officeart/2005/8/layout/list1"/>
    <dgm:cxn modelId="{B62294D7-8CB5-46FB-A801-B662C86A33ED}" type="presParOf" srcId="{4ADC7F70-006E-476D-AD8D-7938C912D475}" destId="{A3114891-0129-49B6-AB92-FA9C416969C7}" srcOrd="0" destOrd="0" presId="urn:microsoft.com/office/officeart/2005/8/layout/list1"/>
    <dgm:cxn modelId="{640DCF21-5DBA-4A8F-8812-CDEB91366B72}" type="presParOf" srcId="{4ADC7F70-006E-476D-AD8D-7938C912D475}" destId="{97627824-EC64-493D-94FB-C30AD827573A}" srcOrd="1" destOrd="0" presId="urn:microsoft.com/office/officeart/2005/8/layout/list1"/>
    <dgm:cxn modelId="{C6151DB0-2BB0-4252-9C15-EDAD5A04AED0}" type="presParOf" srcId="{DF51DEC4-BEE1-4D2C-8A55-3AFCD2156A8D}" destId="{2EA7400F-3451-4F4E-8960-5728BF3C45E7}" srcOrd="5" destOrd="0" presId="urn:microsoft.com/office/officeart/2005/8/layout/list1"/>
    <dgm:cxn modelId="{C0CB0AA3-682E-44A6-B5E9-2FB646E09F50}" type="presParOf" srcId="{DF51DEC4-BEE1-4D2C-8A55-3AFCD2156A8D}" destId="{74EF48B7-574F-4086-82D3-56C09C953616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B6416F-2475-462E-A6C9-4224D54A78F2}">
      <dsp:nvSpPr>
        <dsp:cNvPr id="0" name=""/>
        <dsp:cNvSpPr/>
      </dsp:nvSpPr>
      <dsp:spPr>
        <a:xfrm>
          <a:off x="0" y="0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13487C-0F8F-4304-B179-A295CE47C917}">
      <dsp:nvSpPr>
        <dsp:cNvPr id="0" name=""/>
        <dsp:cNvSpPr/>
      </dsp:nvSpPr>
      <dsp:spPr>
        <a:xfrm>
          <a:off x="0" y="0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/>
            <a:t>Plan séquentielle</a:t>
          </a:r>
          <a:endParaRPr lang="en-US" sz="1900" kern="1200"/>
        </a:p>
      </dsp:txBody>
      <dsp:txXfrm>
        <a:off x="0" y="0"/>
        <a:ext cx="9688296" cy="431794"/>
      </dsp:txXfrm>
    </dsp:sp>
    <dsp:sp modelId="{7698FCF3-59B2-4A60-84A4-22D1413BBF78}">
      <dsp:nvSpPr>
        <dsp:cNvPr id="0" name=""/>
        <dsp:cNvSpPr/>
      </dsp:nvSpPr>
      <dsp:spPr>
        <a:xfrm>
          <a:off x="0" y="431794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5C9982-6C80-47C5-8CDC-180D3B268130}">
      <dsp:nvSpPr>
        <dsp:cNvPr id="0" name=""/>
        <dsp:cNvSpPr/>
      </dsp:nvSpPr>
      <dsp:spPr>
        <a:xfrm>
          <a:off x="0" y="431794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/>
            <a:t>Introduction</a:t>
          </a:r>
          <a:endParaRPr lang="en-US" sz="1900" kern="1200"/>
        </a:p>
      </dsp:txBody>
      <dsp:txXfrm>
        <a:off x="0" y="431794"/>
        <a:ext cx="9688296" cy="431794"/>
      </dsp:txXfrm>
    </dsp:sp>
    <dsp:sp modelId="{77E5D4CF-53EE-48BD-89FB-8CA63002428A}">
      <dsp:nvSpPr>
        <dsp:cNvPr id="0" name=""/>
        <dsp:cNvSpPr/>
      </dsp:nvSpPr>
      <dsp:spPr>
        <a:xfrm>
          <a:off x="0" y="863589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8A789A-01F7-45D6-9BD9-F397EC8BDBB1}">
      <dsp:nvSpPr>
        <dsp:cNvPr id="0" name=""/>
        <dsp:cNvSpPr/>
      </dsp:nvSpPr>
      <dsp:spPr>
        <a:xfrm>
          <a:off x="0" y="863589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 dirty="0"/>
            <a:t>Explication théorique</a:t>
          </a:r>
          <a:endParaRPr lang="en-US" sz="1900" kern="1200" dirty="0"/>
        </a:p>
      </dsp:txBody>
      <dsp:txXfrm>
        <a:off x="0" y="863589"/>
        <a:ext cx="9688296" cy="431794"/>
      </dsp:txXfrm>
    </dsp:sp>
    <dsp:sp modelId="{F4AC3651-7A23-4F75-AE8A-973908D6C9B9}">
      <dsp:nvSpPr>
        <dsp:cNvPr id="0" name=""/>
        <dsp:cNvSpPr/>
      </dsp:nvSpPr>
      <dsp:spPr>
        <a:xfrm>
          <a:off x="0" y="1295384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4F1876-98DB-490E-9A41-D38EEB73F538}">
      <dsp:nvSpPr>
        <dsp:cNvPr id="0" name=""/>
        <dsp:cNvSpPr/>
      </dsp:nvSpPr>
      <dsp:spPr>
        <a:xfrm>
          <a:off x="0" y="1295384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Notions PowerShell</a:t>
          </a:r>
        </a:p>
      </dsp:txBody>
      <dsp:txXfrm>
        <a:off x="0" y="1295384"/>
        <a:ext cx="9688296" cy="431794"/>
      </dsp:txXfrm>
    </dsp:sp>
    <dsp:sp modelId="{B31A0E4B-E7ED-4DF6-B134-383E96176A1D}">
      <dsp:nvSpPr>
        <dsp:cNvPr id="0" name=""/>
        <dsp:cNvSpPr/>
      </dsp:nvSpPr>
      <dsp:spPr>
        <a:xfrm>
          <a:off x="0" y="1727178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DE2231-D2DC-4BBF-9D92-502E9E80B2AA}">
      <dsp:nvSpPr>
        <dsp:cNvPr id="0" name=""/>
        <dsp:cNvSpPr/>
      </dsp:nvSpPr>
      <dsp:spPr>
        <a:xfrm>
          <a:off x="0" y="1727178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 dirty="0"/>
            <a:t>Consigne de l’exercice</a:t>
          </a:r>
          <a:endParaRPr lang="en-US" sz="1900" kern="1200" dirty="0"/>
        </a:p>
      </dsp:txBody>
      <dsp:txXfrm>
        <a:off x="0" y="1727178"/>
        <a:ext cx="9688296" cy="431794"/>
      </dsp:txXfrm>
    </dsp:sp>
    <dsp:sp modelId="{BFCAF344-8245-421A-B850-71D46989B712}">
      <dsp:nvSpPr>
        <dsp:cNvPr id="0" name=""/>
        <dsp:cNvSpPr/>
      </dsp:nvSpPr>
      <dsp:spPr>
        <a:xfrm>
          <a:off x="0" y="2158973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488D50-85F1-468F-BC18-AD710B1DCF89}">
      <dsp:nvSpPr>
        <dsp:cNvPr id="0" name=""/>
        <dsp:cNvSpPr/>
      </dsp:nvSpPr>
      <dsp:spPr>
        <a:xfrm>
          <a:off x="0" y="2158973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 dirty="0"/>
            <a:t>Réalisation de l’exercice </a:t>
          </a:r>
          <a:endParaRPr lang="en-US" sz="1900" kern="1200" dirty="0"/>
        </a:p>
      </dsp:txBody>
      <dsp:txXfrm>
        <a:off x="0" y="2158973"/>
        <a:ext cx="9688296" cy="431794"/>
      </dsp:txXfrm>
    </dsp:sp>
    <dsp:sp modelId="{5F4E5B64-D840-4E5B-B7DC-18135E777423}">
      <dsp:nvSpPr>
        <dsp:cNvPr id="0" name=""/>
        <dsp:cNvSpPr/>
      </dsp:nvSpPr>
      <dsp:spPr>
        <a:xfrm>
          <a:off x="0" y="2590768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519C37-3FD2-4D93-A8A0-62BD5CD16C03}">
      <dsp:nvSpPr>
        <dsp:cNvPr id="0" name=""/>
        <dsp:cNvSpPr/>
      </dsp:nvSpPr>
      <dsp:spPr>
        <a:xfrm>
          <a:off x="0" y="2590768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/>
            <a:t>Corrigé</a:t>
          </a:r>
          <a:endParaRPr lang="en-US" sz="1900" kern="1200"/>
        </a:p>
      </dsp:txBody>
      <dsp:txXfrm>
        <a:off x="0" y="2590768"/>
        <a:ext cx="9688296" cy="431794"/>
      </dsp:txXfrm>
    </dsp:sp>
    <dsp:sp modelId="{F0BD20C5-66FA-481E-958F-29CD7591B9CB}">
      <dsp:nvSpPr>
        <dsp:cNvPr id="0" name=""/>
        <dsp:cNvSpPr/>
      </dsp:nvSpPr>
      <dsp:spPr>
        <a:xfrm>
          <a:off x="0" y="3022563"/>
          <a:ext cx="9688296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0E6926-DA16-45FD-8337-B29345396FAA}">
      <dsp:nvSpPr>
        <dsp:cNvPr id="0" name=""/>
        <dsp:cNvSpPr/>
      </dsp:nvSpPr>
      <dsp:spPr>
        <a:xfrm>
          <a:off x="0" y="3022563"/>
          <a:ext cx="9688296" cy="431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1900" kern="1200"/>
            <a:t>Conclusion </a:t>
          </a:r>
          <a:endParaRPr lang="en-US" sz="1900" kern="1200"/>
        </a:p>
      </dsp:txBody>
      <dsp:txXfrm>
        <a:off x="0" y="3022563"/>
        <a:ext cx="9688296" cy="4317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FC852ED-C1B1-4DD1-96CB-AE6BFED7B4A3}">
      <dsp:nvSpPr>
        <dsp:cNvPr id="0" name=""/>
        <dsp:cNvSpPr/>
      </dsp:nvSpPr>
      <dsp:spPr>
        <a:xfrm>
          <a:off x="0" y="108279"/>
          <a:ext cx="10515600" cy="12331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100" kern="1200"/>
            <a:t>Dans le cadre de cet exercice, nous avons développé un script PowerShell capable de :</a:t>
          </a:r>
          <a:endParaRPr lang="en-US" sz="3100" kern="1200"/>
        </a:p>
      </dsp:txBody>
      <dsp:txXfrm>
        <a:off x="60199" y="168478"/>
        <a:ext cx="10395202" cy="1112781"/>
      </dsp:txXfrm>
    </dsp:sp>
    <dsp:sp modelId="{3767A508-45EF-4B6B-B82A-3B16FCA3FB21}">
      <dsp:nvSpPr>
        <dsp:cNvPr id="0" name=""/>
        <dsp:cNvSpPr/>
      </dsp:nvSpPr>
      <dsp:spPr>
        <a:xfrm>
          <a:off x="0" y="1341459"/>
          <a:ext cx="10515600" cy="16684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H" sz="2400" kern="1200"/>
            <a:t>Créer automatiquement un dossier utilisateur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H" sz="2400" kern="1200"/>
            <a:t>Générer un fichier confirmation.txt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H" sz="2400" kern="1200"/>
            <a:t>Ajouter la date dans le nom du dossier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CH" sz="2400" kern="1200"/>
            <a:t>Enregistrer chaque opération dans un fichier log</a:t>
          </a:r>
          <a:endParaRPr lang="en-US" sz="2400" kern="1200"/>
        </a:p>
      </dsp:txBody>
      <dsp:txXfrm>
        <a:off x="0" y="1341459"/>
        <a:ext cx="10515600" cy="1668420"/>
      </dsp:txXfrm>
    </dsp:sp>
    <dsp:sp modelId="{BDF54D9D-D875-4177-A8C1-D64AB4AE6E59}">
      <dsp:nvSpPr>
        <dsp:cNvPr id="0" name=""/>
        <dsp:cNvSpPr/>
      </dsp:nvSpPr>
      <dsp:spPr>
        <a:xfrm>
          <a:off x="0" y="3009879"/>
          <a:ext cx="10515600" cy="12331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3100" kern="1200"/>
            <a:t>Cette automatisation permet de standardiser la procédure et de garantir une meilleure organisation des fichiers</a:t>
          </a:r>
          <a:endParaRPr lang="en-US" sz="3100" kern="1200"/>
        </a:p>
      </dsp:txBody>
      <dsp:txXfrm>
        <a:off x="60199" y="3070078"/>
        <a:ext cx="10395202" cy="111278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F41EE6-09E5-46CD-92F1-8BD4D6D4C5FF}">
      <dsp:nvSpPr>
        <dsp:cNvPr id="0" name=""/>
        <dsp:cNvSpPr/>
      </dsp:nvSpPr>
      <dsp:spPr>
        <a:xfrm>
          <a:off x="0" y="673124"/>
          <a:ext cx="10856976" cy="2709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622" tIns="416560" rIns="842622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Le script automatise la création d’un dossier utilisateur en plusieurs étapes :</a:t>
          </a:r>
          <a:endParaRPr lang="en-US" sz="2000" kern="1200"/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Le script récupère le nom de l’utilisateur</a:t>
          </a:r>
          <a:endParaRPr lang="en-US" sz="2000" kern="1200"/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Il génère la date automatiquement</a:t>
          </a:r>
          <a:endParaRPr lang="en-US" sz="2000" kern="1200"/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Il crée le dossier utilisateur avec la date</a:t>
          </a:r>
          <a:endParaRPr lang="en-US" sz="2000" kern="1200"/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Il crée un fichier confirmation.txt dans le dossier</a:t>
          </a:r>
          <a:endParaRPr lang="en-US" sz="2000" kern="1200"/>
        </a:p>
        <a:p>
          <a:pPr marL="228600" lvl="1" indent="-228600" algn="l" defTabSz="8890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H" sz="2000" kern="1200"/>
            <a:t>Il enregistre l’opération dans un fichier log.txt</a:t>
          </a:r>
          <a:endParaRPr lang="en-US" sz="2000" kern="1200"/>
        </a:p>
      </dsp:txBody>
      <dsp:txXfrm>
        <a:off x="0" y="673124"/>
        <a:ext cx="10856976" cy="2709000"/>
      </dsp:txXfrm>
    </dsp:sp>
    <dsp:sp modelId="{ACC8088A-9C7F-4936-9605-449E29FFAB1D}">
      <dsp:nvSpPr>
        <dsp:cNvPr id="0" name=""/>
        <dsp:cNvSpPr/>
      </dsp:nvSpPr>
      <dsp:spPr>
        <a:xfrm>
          <a:off x="542848" y="377924"/>
          <a:ext cx="7599883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7257" tIns="0" rIns="28725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b="1" kern="1200"/>
            <a:t>Fonctionnement du script</a:t>
          </a:r>
          <a:endParaRPr lang="en-US" sz="2000" kern="1200"/>
        </a:p>
      </dsp:txBody>
      <dsp:txXfrm>
        <a:off x="571669" y="406745"/>
        <a:ext cx="7542241" cy="532758"/>
      </dsp:txXfrm>
    </dsp:sp>
    <dsp:sp modelId="{74EF48B7-574F-4086-82D3-56C09C953616}">
      <dsp:nvSpPr>
        <dsp:cNvPr id="0" name=""/>
        <dsp:cNvSpPr/>
      </dsp:nvSpPr>
      <dsp:spPr>
        <a:xfrm>
          <a:off x="0" y="3785325"/>
          <a:ext cx="10856976" cy="504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627824-EC64-493D-94FB-C30AD827573A}">
      <dsp:nvSpPr>
        <dsp:cNvPr id="0" name=""/>
        <dsp:cNvSpPr/>
      </dsp:nvSpPr>
      <dsp:spPr>
        <a:xfrm>
          <a:off x="277672" y="4076850"/>
          <a:ext cx="7599883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7257" tIns="0" rIns="28725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/>
            <a:t>Nom utilisateur → Création dossier → confirmation.txt → log.txt</a:t>
          </a:r>
          <a:endParaRPr lang="en-US" sz="2000" kern="1200"/>
        </a:p>
      </dsp:txBody>
      <dsp:txXfrm>
        <a:off x="306493" y="4105671"/>
        <a:ext cx="7542241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B66588-8860-4587-AE3E-53E8E49AC9C2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5C0A52-322D-4C49-93AD-280C238CD9CE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19594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212733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05699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95133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42962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0383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5C0A52-322D-4C49-93AD-280C238CD9CE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73487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C3642-22F3-F257-CF42-3478DCF43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553E1DB-5645-551D-C0F5-A68F96A4B2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E39425-4A8F-14F5-37B7-9288E56D7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8793CBD-A47B-E078-6863-209C96BAD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B1790F-605B-0A26-FA4D-E5BC16140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351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65EA1-DC87-82D6-A1B3-80AF166D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ABC3A4-D4C8-096C-D303-74BA51069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E84188-CF15-2743-6B4C-E558D95B3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4524B1-3EBB-9F50-9A78-2EC016150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A56781-2B5D-6C6A-4101-3A157618D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1455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178CE1-D235-85E1-38D8-D0D18E53B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F371161-7A8E-6C3A-9240-01DC4FF76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247D1E4-CD4E-49EC-072A-FC917F540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2CC564B-18C8-096A-A819-B99C308E8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5C053E-72EC-9C05-CB16-0197246AA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5638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DF3E38-E969-F9D3-FEE2-61C5496E3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ED15-3BEC-3CC5-5F81-4871324B07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95C917-AEB9-6AA0-F628-0F2DD7F3A5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9B8119-3446-3434-9F69-405C1042B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0284588-EC86-BD6A-4D81-1FF2505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A53831A-DEBC-B730-6ACC-9B7FDA275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2486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DD471-EBCB-2E87-7EB8-EA8354922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D9EF9AB-2C1B-D8F6-E4FA-958A17F47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9FB4E10-FEC7-4BF5-CD45-B00056B60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8ECA8BD-0491-E398-0D62-F2269C2641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E65CA7C-9FAD-B6CD-803D-BB6E653F6C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946F78B-CB44-983D-56C6-591D04571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041D7DD-4939-313A-6A9A-78188420C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DF8B7DC-CC7C-266E-5B99-E2145C5EC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8712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258384-0C5A-7623-4B1E-27E9E7223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C47AA1D-D3F5-2BEE-6441-8B3F55A58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B0674BD-E502-4E1A-8364-201402D32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697FE8C-BC12-242A-195D-D2D9B13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86827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4543D66-F40C-D201-6059-0DCABAFC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CA85E32-87FB-BFE8-B9F6-262211280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1C5A48-CAF1-E944-3540-1D107DFDF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09875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8B16EE-C3A0-2887-2571-D5A88633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C5CA82-59F3-34BC-884E-55027BD30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0F7EEBB-C741-FEB6-57FD-EB505508D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069E0F-E15C-9073-B544-6C07C782E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BAFE3F-DC07-38A6-DBDE-19E500369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75612BD-A1AD-ACE7-3505-281383C6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58752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C28A5B-1358-3BE8-9C98-307151BCE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F78C26D-01CE-9B1E-A914-B68B7DC269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A5FE6C8-3786-D2EC-D0D9-CFBA8373F5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97EF290-E3BE-285F-0337-04A20FBDC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512FC14-60B1-F070-0C65-AFAC4A23D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83E986-1A35-A417-1980-37A601DD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09619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B15677-DF70-9334-073C-4F5F23177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B152DB-A855-5FE7-9D1F-C4C7E4E7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1FA5860-EF8D-7A89-4E8C-66B59542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A85B40-BB65-9552-C78B-57B1669D4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19A494-8164-3597-204E-261EA92AC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6593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ED3C29C-1F28-8F2F-810E-0001DF255B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6F35BA-5C9C-D6B3-0522-E57260341D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F81F82-2191-70C3-9E3D-50B75CC64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D97A7D-8ADE-E58B-C9CD-CD4218C52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A8266B-CBD3-957F-F151-F7EC5CA38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7473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E90212E-E8E8-4399-FBCD-F45877FD3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115BC15-62ED-E469-B669-7ED92E802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FBF65B-2317-A332-7993-F335715351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4216F-0771-4A29-B24A-0D048FFACE56}" type="datetimeFigureOut">
              <a:rPr lang="fr-CH" smtClean="0"/>
              <a:t>16.03.2026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5EBFA0-D49E-1463-BF8D-C7AD11BE1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A67E48-1084-E3EE-2438-97D0D528AE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0B1682-32DC-4456-8393-381D97CBD7D4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61710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UmVKxy2zbyQ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Microsoft PowerShell : connaître les bases sur cet outil d’administration">
            <a:extLst>
              <a:ext uri="{FF2B5EF4-FFF2-40B4-BE49-F238E27FC236}">
                <a16:creationId xmlns:a16="http://schemas.microsoft.com/office/drawing/2014/main" id="{245325C8-7E10-30A8-0DE1-94F4EB3F81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r="2556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AB67F4C-9EA4-9664-DDE9-DC766CC155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1108945"/>
            <a:ext cx="10287000" cy="2900518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FFFFFF"/>
                </a:solidFill>
              </a:rPr>
              <a:t>Projet MA-18 : Création d’un dossier utilisateur automatisé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DA3886-903B-DE31-1125-593DCBF51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FFFFFF"/>
                </a:solidFill>
              </a:rPr>
              <a:t>SI-C2b</a:t>
            </a:r>
          </a:p>
          <a:p>
            <a:r>
              <a:rPr lang="fr-CH">
                <a:solidFill>
                  <a:srgbClr val="FFFFFF"/>
                </a:solidFill>
              </a:rPr>
              <a:t>Jean-Christophe, Dylan, </a:t>
            </a:r>
            <a:r>
              <a:rPr lang="fr-CH" err="1">
                <a:solidFill>
                  <a:srgbClr val="FFFFFF"/>
                </a:solidFill>
              </a:rPr>
              <a:t>Oleksii</a:t>
            </a:r>
            <a:r>
              <a:rPr lang="fr-CH">
                <a:solidFill>
                  <a:srgbClr val="FFFFFF"/>
                </a:solidFill>
              </a:rPr>
              <a:t>, Lucas</a:t>
            </a:r>
          </a:p>
        </p:txBody>
      </p:sp>
    </p:spTree>
    <p:extLst>
      <p:ext uri="{BB962C8B-B14F-4D97-AF65-F5344CB8AC3E}">
        <p14:creationId xmlns:p14="http://schemas.microsoft.com/office/powerpoint/2010/main" val="16239850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4041585-2273-DCC1-7137-9CF9AD0F2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9688296" cy="1642969"/>
          </a:xfrm>
        </p:spPr>
        <p:txBody>
          <a:bodyPr anchor="b">
            <a:normAutofit/>
          </a:bodyPr>
          <a:lstStyle/>
          <a:p>
            <a:r>
              <a:rPr lang="fr-CH" sz="6600"/>
              <a:t>Sommaire</a:t>
            </a:r>
          </a:p>
        </p:txBody>
      </p:sp>
      <p:graphicFrame>
        <p:nvGraphicFramePr>
          <p:cNvPr id="24" name="Espace réservé du contenu 2">
            <a:extLst>
              <a:ext uri="{FF2B5EF4-FFF2-40B4-BE49-F238E27FC236}">
                <a16:creationId xmlns:a16="http://schemas.microsoft.com/office/drawing/2014/main" id="{364EE30F-55C8-C7BA-DAD0-53BF6A124B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334079"/>
              </p:ext>
            </p:extLst>
          </p:nvPr>
        </p:nvGraphicFramePr>
        <p:xfrm>
          <a:off x="1136397" y="2418409"/>
          <a:ext cx="9688296" cy="34543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41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530EA9-6749-52D1-CC8D-68EDC9690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1141712"/>
            <a:ext cx="7923815" cy="11295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 de </a:t>
            </a:r>
            <a:r>
              <a:rPr lang="en-US" sz="6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séquence</a:t>
            </a:r>
            <a:endParaRPr lang="en-US" sz="6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2712F8-36FA-35DF-0CE8-4098D9332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6B9E4ED-3A9F-B072-F2D4-936D7D8459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76" y="2864232"/>
            <a:ext cx="11889847" cy="1129536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F9469B9-6468-5B6A-E832-8D4590388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8897" y="5231580"/>
            <a:ext cx="10459156" cy="0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71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How to Check Your PowerShell Version">
            <a:extLst>
              <a:ext uri="{FF2B5EF4-FFF2-40B4-BE49-F238E27FC236}">
                <a16:creationId xmlns:a16="http://schemas.microsoft.com/office/drawing/2014/main" id="{9E3AAF12-B278-0A4C-BC66-0BB023D157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89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56D5A8-E6E0-922B-2956-0F76551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pPr algn="ctr"/>
            <a:r>
              <a:rPr lang="fr-CH" sz="5400"/>
              <a:t>Introduction</a:t>
            </a:r>
            <a:r>
              <a:rPr lang="fr-CH" sz="4000"/>
              <a:t>	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1C2E44-5722-350A-AEDC-E0DDD904B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 fontScale="92500"/>
          </a:bodyPr>
          <a:lstStyle/>
          <a:p>
            <a:r>
              <a:rPr lang="fr-CH" sz="2000"/>
              <a:t>Dans les environnements informatiques, certaines tâches sont répétitives, comme la création de dossiers utilisateurs.</a:t>
            </a:r>
          </a:p>
          <a:p>
            <a:r>
              <a:rPr lang="fr-CH" sz="2000"/>
              <a:t>Effectuées manuellement, elles peuvent prendre du temps et provoquer des erreurs humaines.</a:t>
            </a:r>
          </a:p>
          <a:p>
            <a:r>
              <a:rPr lang="fr-CH" sz="2000"/>
              <a:t>Ce projet montre comment PowerShell permet d’automatiser cette tâche pour la rendre plus rapide, fiable et efficace.</a:t>
            </a:r>
          </a:p>
          <a:p>
            <a:endParaRPr lang="fr-CH" sz="2000"/>
          </a:p>
        </p:txBody>
      </p:sp>
    </p:spTree>
    <p:extLst>
      <p:ext uri="{BB962C8B-B14F-4D97-AF65-F5344CB8AC3E}">
        <p14:creationId xmlns:p14="http://schemas.microsoft.com/office/powerpoint/2010/main" val="50601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Qu'est-ce que PowerShell">
            <a:extLst>
              <a:ext uri="{FF2B5EF4-FFF2-40B4-BE49-F238E27FC236}">
                <a16:creationId xmlns:a16="http://schemas.microsoft.com/office/drawing/2014/main" id="{C2F28E48-DAB2-2512-BFBA-9D69C5633A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11"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0EC3B95-F112-4924-81EB-C9C6D4002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fr-CH" sz="7200">
                <a:ln w="22225">
                  <a:solidFill>
                    <a:srgbClr val="FFFFFF"/>
                  </a:solidFill>
                </a:ln>
                <a:solidFill>
                  <a:schemeClr val="bg1"/>
                </a:solidFill>
              </a:rPr>
              <a:t>Explication théorique</a:t>
            </a: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70A98D-D40D-2D82-D609-A4CA53861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fr-CH" sz="3200" b="1">
                <a:solidFill>
                  <a:schemeClr val="bg1"/>
                </a:solidFill>
              </a:rPr>
              <a:t>Variables</a:t>
            </a:r>
          </a:p>
          <a:p>
            <a:pPr lvl="1"/>
            <a:r>
              <a:rPr lang="fr-CH" sz="2800">
                <a:solidFill>
                  <a:schemeClr val="bg1"/>
                </a:solidFill>
              </a:rPr>
              <a:t>Les variables permettent de stocker temporairement des informations dans un script (nom d’utilisateur, chemin, etc.)</a:t>
            </a:r>
          </a:p>
        </p:txBody>
      </p:sp>
    </p:spTree>
    <p:extLst>
      <p:ext uri="{BB962C8B-B14F-4D97-AF65-F5344CB8AC3E}">
        <p14:creationId xmlns:p14="http://schemas.microsoft.com/office/powerpoint/2010/main" val="39423892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Rectangle 206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concept de système de gestion de documents, logiciel d'icône de dossier ...">
            <a:extLst>
              <a:ext uri="{FF2B5EF4-FFF2-40B4-BE49-F238E27FC236}">
                <a16:creationId xmlns:a16="http://schemas.microsoft.com/office/drawing/2014/main" id="{595BD9EE-2879-06EC-4027-896DBC18B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643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14D521E-D0AF-01F2-23E4-C396C1798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b="1">
                <a:solidFill>
                  <a:srgbClr val="FFFFFF"/>
                </a:solidFill>
              </a:rPr>
              <a:t>Gestion des dossiers et fichiers</a:t>
            </a:r>
            <a:endParaRPr lang="en-US" sz="6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8AD011-E0A0-F298-4635-208779C04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4159404"/>
            <a:ext cx="9144000" cy="2515716"/>
          </a:xfrm>
        </p:spPr>
        <p:txBody>
          <a:bodyPr vert="horz" lIns="91440" tIns="45720" rIns="91440" bIns="45720" rtlCol="0">
            <a:normAutofit/>
          </a:bodyPr>
          <a:lstStyle/>
          <a:p>
            <a:pPr marL="0" lvl="1" indent="0" algn="ctr">
              <a:spcBef>
                <a:spcPts val="1000"/>
              </a:spcBef>
              <a:buNone/>
            </a:pPr>
            <a:r>
              <a:rPr lang="en-US" sz="3200" dirty="0">
                <a:solidFill>
                  <a:srgbClr val="FFFFFF"/>
                </a:solidFill>
              </a:rPr>
              <a:t>PowerShell </a:t>
            </a:r>
            <a:r>
              <a:rPr lang="en-US" sz="3200" dirty="0" err="1">
                <a:solidFill>
                  <a:srgbClr val="FFFFFF"/>
                </a:solidFill>
              </a:rPr>
              <a:t>permet</a:t>
            </a:r>
            <a:r>
              <a:rPr lang="en-US" sz="3200" dirty="0">
                <a:solidFill>
                  <a:srgbClr val="FFFFFF"/>
                </a:solidFill>
              </a:rPr>
              <a:t> de </a:t>
            </a:r>
            <a:r>
              <a:rPr lang="en-US" sz="3200" dirty="0" err="1">
                <a:solidFill>
                  <a:srgbClr val="FFFFFF"/>
                </a:solidFill>
              </a:rPr>
              <a:t>créer</a:t>
            </a:r>
            <a:r>
              <a:rPr lang="en-US" sz="3200" dirty="0">
                <a:solidFill>
                  <a:srgbClr val="FFFFFF"/>
                </a:solidFill>
              </a:rPr>
              <a:t> et </a:t>
            </a:r>
            <a:r>
              <a:rPr lang="en-US" sz="3200" dirty="0" err="1">
                <a:solidFill>
                  <a:srgbClr val="FFFFFF"/>
                </a:solidFill>
              </a:rPr>
              <a:t>organiser</a:t>
            </a:r>
            <a:r>
              <a:rPr lang="en-US" sz="3200" dirty="0">
                <a:solidFill>
                  <a:srgbClr val="FFFFFF"/>
                </a:solidFill>
              </a:rPr>
              <a:t> </a:t>
            </a:r>
            <a:r>
              <a:rPr lang="en-US" sz="3200" dirty="0" err="1">
                <a:solidFill>
                  <a:srgbClr val="FFFFFF"/>
                </a:solidFill>
              </a:rPr>
              <a:t>automatiquement</a:t>
            </a:r>
            <a:r>
              <a:rPr lang="en-US" sz="3200" dirty="0">
                <a:solidFill>
                  <a:srgbClr val="FFFFFF"/>
                </a:solidFill>
              </a:rPr>
              <a:t> des dossiers et </a:t>
            </a:r>
            <a:r>
              <a:rPr lang="en-US" sz="3200" dirty="0" err="1">
                <a:solidFill>
                  <a:srgbClr val="FFFFFF"/>
                </a:solidFill>
              </a:rPr>
              <a:t>fichiers</a:t>
            </a:r>
            <a:r>
              <a:rPr lang="en-US" sz="3200" dirty="0">
                <a:solidFill>
                  <a:srgbClr val="FFFFFF"/>
                </a:solidFill>
              </a:rPr>
              <a:t>.</a:t>
            </a:r>
          </a:p>
          <a:p>
            <a:pPr marL="0" lvl="1" indent="0" algn="ctr">
              <a:spcBef>
                <a:spcPts val="1000"/>
              </a:spcBef>
              <a:buNone/>
            </a:pPr>
            <a:endParaRPr lang="en-US" sz="3200" dirty="0">
              <a:solidFill>
                <a:srgbClr val="FFFFFF"/>
              </a:solidFill>
            </a:endParaRPr>
          </a:p>
          <a:p>
            <a:pPr marL="0" lvl="1" indent="0" algn="ctr">
              <a:spcBef>
                <a:spcPts val="1000"/>
              </a:spcBef>
              <a:buNone/>
            </a:pPr>
            <a:r>
              <a:rPr lang="fr-CH" sz="2000" dirty="0">
                <a:solidFill>
                  <a:srgbClr val="96607D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Créer renommer supprimer un fichier avec </a:t>
            </a:r>
            <a:r>
              <a:rPr lang="fr-CH" sz="2000" dirty="0" err="1">
                <a:solidFill>
                  <a:srgbClr val="96607D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Powershell</a:t>
            </a:r>
            <a:r>
              <a:rPr lang="fr-CH" sz="2000" dirty="0">
                <a:solidFill>
                  <a:srgbClr val="96607D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 débutant )</a:t>
            </a:r>
            <a:endParaRPr lang="en-US" sz="2000" dirty="0">
              <a:solidFill>
                <a:srgbClr val="FFFFFF"/>
              </a:solidFill>
            </a:endParaRPr>
          </a:p>
          <a:p>
            <a:pPr marL="0" lvl="1" indent="0" algn="ctr">
              <a:spcBef>
                <a:spcPts val="1000"/>
              </a:spcBef>
              <a:buNone/>
            </a:pPr>
            <a:endParaRPr lang="en-US" sz="3200" dirty="0">
              <a:solidFill>
                <a:srgbClr val="FFFFFF"/>
              </a:solidFill>
            </a:endParaRPr>
          </a:p>
          <a:p>
            <a:pPr marL="0" lvl="1" indent="0" algn="ctr">
              <a:spcBef>
                <a:spcPts val="1000"/>
              </a:spcBef>
              <a:buNone/>
            </a:pPr>
            <a:endParaRPr lang="en-US" sz="3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44659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8261043-6369-4E71-3892-5BC5B66E53E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71F5456-04F7-A51B-EBE9-FF87983F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fr-CH" sz="6000" b="1">
                <a:solidFill>
                  <a:schemeClr val="bg1"/>
                </a:solidFill>
              </a:rPr>
              <a:t>Messages et retours</a:t>
            </a:r>
            <a:endParaRPr lang="fr-CH" sz="600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D05BA1-EBB2-8356-B4CB-D1D35BE0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fr-CH">
                <a:solidFill>
                  <a:schemeClr val="bg1"/>
                </a:solidFill>
              </a:rPr>
              <a:t>Afficher des messages dans la console permet de suivre l’exécution du script et de confirmer que les actions ont bien été réalisées.</a:t>
            </a:r>
          </a:p>
          <a:p>
            <a:endParaRPr lang="fr-CH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339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00" name="Picture 4" descr="PowerShell Set-ExecutionPolicy - Windows FAQ">
            <a:extLst>
              <a:ext uri="{FF2B5EF4-FFF2-40B4-BE49-F238E27FC236}">
                <a16:creationId xmlns:a16="http://schemas.microsoft.com/office/drawing/2014/main" id="{817FD8BC-2BD3-432A-B40C-F692220329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03" b="-3"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31C4BE3-5A67-D135-9AC4-CC44A608D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fr-CH" sz="6000">
                <a:solidFill>
                  <a:schemeClr val="bg1"/>
                </a:solidFill>
              </a:rPr>
              <a:t>Gestion des dates</a:t>
            </a:r>
          </a:p>
        </p:txBody>
      </p:sp>
      <p:sp>
        <p:nvSpPr>
          <p:cNvPr id="4107" name="Rectangle 410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109" name="Rectangle 410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D20B42-5F64-B9E1-51FB-CD795EAF4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fr-CH" sz="3200">
                <a:solidFill>
                  <a:schemeClr val="bg1"/>
                </a:solidFill>
              </a:rPr>
              <a:t>Ajouter la date dans le nom des dossiers ou fichiers permet de suivre l’historique des opérations et d’éviter l’écrasement des données existantes.</a:t>
            </a:r>
          </a:p>
        </p:txBody>
      </p:sp>
    </p:spTree>
    <p:extLst>
      <p:ext uri="{BB962C8B-B14F-4D97-AF65-F5344CB8AC3E}">
        <p14:creationId xmlns:p14="http://schemas.microsoft.com/office/powerpoint/2010/main" val="285142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C5731C2-BF2B-193F-7BAD-BCEE933D213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12" b="7275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14DECF0-73AB-6298-5C23-1B750C189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fr-CH" sz="6000" b="1">
                <a:solidFill>
                  <a:schemeClr val="bg1"/>
                </a:solidFill>
              </a:rPr>
              <a:t>Journaux d’activité</a:t>
            </a:r>
            <a:endParaRPr lang="fr-CH" sz="6000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43BAAB-A06E-951F-91F8-B8F9DB8A8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fr-CH">
                <a:solidFill>
                  <a:schemeClr val="bg1"/>
                </a:solidFill>
              </a:rPr>
              <a:t>Conserver un fichier de log permet de documenter les actions effectuées par le script, ce qui est utile pour le suivi et le débogage.</a:t>
            </a:r>
          </a:p>
          <a:p>
            <a:endParaRPr lang="fr-CH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1128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Découvrir les commandes de base sous PowerShell | InfoNovice.fr">
            <a:extLst>
              <a:ext uri="{FF2B5EF4-FFF2-40B4-BE49-F238E27FC236}">
                <a16:creationId xmlns:a16="http://schemas.microsoft.com/office/drawing/2014/main" id="{D2F9F95D-A488-8DE1-B432-4121F0A57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87" r="8645" b="1"/>
          <a:stretch>
            <a:fillRect/>
          </a:stretch>
        </p:blipFill>
        <p:spPr bwMode="auto">
          <a:xfrm>
            <a:off x="2522356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1" name="Rectangle 207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5E4B2B3-AE7D-AA28-208B-A3DA77634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fr-CH" sz="6000" b="1" dirty="0"/>
              <a:t>Notions </a:t>
            </a:r>
            <a:r>
              <a:rPr lang="fr-CH" sz="6000" b="1" dirty="0" err="1"/>
              <a:t>Powershell</a:t>
            </a:r>
            <a:endParaRPr lang="fr-CH" sz="6000" b="1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731B35-5E8F-645D-6841-B6E3CEC92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fr-FR" sz="2400" dirty="0"/>
              <a:t>Les variables pour stocker des informations:</a:t>
            </a:r>
          </a:p>
          <a:p>
            <a:pPr lvl="1"/>
            <a:r>
              <a:rPr lang="fr-FR" dirty="0"/>
              <a:t>$</a:t>
            </a:r>
            <a:r>
              <a:rPr lang="fr-FR" dirty="0" err="1"/>
              <a:t>NomUtilisateur</a:t>
            </a:r>
            <a:endParaRPr lang="fr-FR" dirty="0"/>
          </a:p>
          <a:p>
            <a:pPr lvl="1"/>
            <a:r>
              <a:rPr lang="fr-FR" dirty="0"/>
              <a:t>$Chemin</a:t>
            </a:r>
          </a:p>
          <a:p>
            <a:pPr lvl="1"/>
            <a:endParaRPr lang="fr-FR" dirty="0"/>
          </a:p>
          <a:p>
            <a:r>
              <a:rPr lang="fr-FR" sz="2400" dirty="0"/>
              <a:t>Création d’un dossier :</a:t>
            </a:r>
          </a:p>
          <a:p>
            <a:pPr lvl="1"/>
            <a:r>
              <a:rPr lang="fr-FR" dirty="0"/>
              <a:t>New-Item -</a:t>
            </a:r>
            <a:r>
              <a:rPr lang="fr-FR" dirty="0" err="1"/>
              <a:t>ItemType</a:t>
            </a:r>
            <a:r>
              <a:rPr lang="fr-FR" dirty="0"/>
              <a:t> Directory</a:t>
            </a:r>
          </a:p>
          <a:p>
            <a:pPr lvl="1"/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4179127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2" name="Rectangle 103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Découvrir les commandes de base sous PowerShell | InfoNovice.fr">
            <a:extLst>
              <a:ext uri="{FF2B5EF4-FFF2-40B4-BE49-F238E27FC236}">
                <a16:creationId xmlns:a16="http://schemas.microsoft.com/office/drawing/2014/main" id="{B8DD8A70-B3E4-0CAC-FDA2-8B76B3DD4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06"/>
          <a:stretch>
            <a:fillRect/>
          </a:stretch>
        </p:blipFill>
        <p:spPr bwMode="auto">
          <a:xfrm>
            <a:off x="2522356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D638EB-ECE8-30BE-D94C-650044848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737" y="1557619"/>
            <a:ext cx="3822189" cy="3742762"/>
          </a:xfrm>
        </p:spPr>
        <p:txBody>
          <a:bodyPr>
            <a:normAutofit/>
          </a:bodyPr>
          <a:lstStyle/>
          <a:p>
            <a:r>
              <a:rPr lang="fr-FR" sz="2400" dirty="0"/>
              <a:t>Écriture dans un fichier:</a:t>
            </a:r>
          </a:p>
          <a:p>
            <a:pPr lvl="1"/>
            <a:r>
              <a:rPr lang="fr-FR" dirty="0"/>
              <a:t>Out-File</a:t>
            </a:r>
          </a:p>
          <a:p>
            <a:pPr lvl="1"/>
            <a:endParaRPr lang="fr-FR" dirty="0"/>
          </a:p>
          <a:p>
            <a:r>
              <a:rPr lang="fr-CH" sz="2400" dirty="0"/>
              <a:t>Dates automatiques:</a:t>
            </a:r>
          </a:p>
          <a:p>
            <a:pPr lvl="1"/>
            <a:r>
              <a:rPr lang="fr-CH" dirty="0" err="1"/>
              <a:t>Get</a:t>
            </a:r>
            <a:r>
              <a:rPr lang="fr-CH" dirty="0"/>
              <a:t>-Date</a:t>
            </a:r>
          </a:p>
          <a:p>
            <a:pPr lvl="1"/>
            <a:endParaRPr lang="fr-CH" dirty="0"/>
          </a:p>
          <a:p>
            <a:r>
              <a:rPr lang="fr-FR" sz="2400" dirty="0"/>
              <a:t>Message affiché en fin de service:</a:t>
            </a:r>
          </a:p>
          <a:p>
            <a:pPr lvl="1"/>
            <a:r>
              <a:rPr lang="fr-FR" dirty="0"/>
              <a:t>Write-Host</a:t>
            </a:r>
          </a:p>
          <a:p>
            <a:endParaRPr lang="fr-CH" sz="2000" dirty="0"/>
          </a:p>
        </p:txBody>
      </p:sp>
    </p:spTree>
    <p:extLst>
      <p:ext uri="{BB962C8B-B14F-4D97-AF65-F5344CB8AC3E}">
        <p14:creationId xmlns:p14="http://schemas.microsoft.com/office/powerpoint/2010/main" val="2341938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A8C147-8B5C-43D4-2FED-6DB87C57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CH"/>
              <a:t>Consigne de l’exercice</a:t>
            </a:r>
          </a:p>
        </p:txBody>
      </p:sp>
      <p:graphicFrame>
        <p:nvGraphicFramePr>
          <p:cNvPr id="8" name="Espace réservé du contenu 2">
            <a:extLst>
              <a:ext uri="{FF2B5EF4-FFF2-40B4-BE49-F238E27FC236}">
                <a16:creationId xmlns:a16="http://schemas.microsoft.com/office/drawing/2014/main" id="{F5D1F0DA-C632-94C4-DD99-741A7B534A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337879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40697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D4EEEE-943F-59AE-4133-A99C7395E26F}"/>
              </a:ext>
            </a:extLst>
          </p:cNvPr>
          <p:cNvSpPr/>
          <p:nvPr/>
        </p:nvSpPr>
        <p:spPr>
          <a:xfrm>
            <a:off x="838200" y="6123812"/>
            <a:ext cx="10856976" cy="504000"/>
          </a:xfrm>
          <a:prstGeom prst="rect">
            <a:avLst/>
          </a:prstGeom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l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CH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4B7D872-EABE-5A57-BD94-DC36C82DD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CH"/>
              <a:t>Réalisation de l’exercice</a:t>
            </a:r>
          </a:p>
        </p:txBody>
      </p:sp>
      <p:graphicFrame>
        <p:nvGraphicFramePr>
          <p:cNvPr id="6" name="Espace réservé du contenu 2">
            <a:extLst>
              <a:ext uri="{FF2B5EF4-FFF2-40B4-BE49-F238E27FC236}">
                <a16:creationId xmlns:a16="http://schemas.microsoft.com/office/drawing/2014/main" id="{1F6E139D-D3A0-98CE-F95F-96FA32AD0E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5245595"/>
              </p:ext>
            </p:extLst>
          </p:nvPr>
        </p:nvGraphicFramePr>
        <p:xfrm>
          <a:off x="838200" y="1825625"/>
          <a:ext cx="10856976" cy="4667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7" name="Groupe 6">
            <a:extLst>
              <a:ext uri="{FF2B5EF4-FFF2-40B4-BE49-F238E27FC236}">
                <a16:creationId xmlns:a16="http://schemas.microsoft.com/office/drawing/2014/main" id="{04E44D1E-03BD-15E3-7AFB-D22F3B1ED758}"/>
              </a:ext>
            </a:extLst>
          </p:cNvPr>
          <p:cNvGrpSpPr/>
          <p:nvPr/>
        </p:nvGrpSpPr>
        <p:grpSpPr>
          <a:xfrm>
            <a:off x="1116482" y="5310072"/>
            <a:ext cx="7599883" cy="590400"/>
            <a:chOff x="277672" y="4076850"/>
            <a:chExt cx="7599883" cy="590400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0F00D49-4DC4-6129-64AD-9F36CD16FEEB}"/>
                </a:ext>
              </a:extLst>
            </p:cNvPr>
            <p:cNvSpPr/>
            <p:nvPr/>
          </p:nvSpPr>
          <p:spPr>
            <a:xfrm>
              <a:off x="277672" y="4076850"/>
              <a:ext cx="7599883" cy="59040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fr-CH"/>
            </a:p>
          </p:txBody>
        </p:sp>
        <p:sp>
          <p:nvSpPr>
            <p:cNvPr id="9" name="Rectangle : coins arrondis 4">
              <a:extLst>
                <a:ext uri="{FF2B5EF4-FFF2-40B4-BE49-F238E27FC236}">
                  <a16:creationId xmlns:a16="http://schemas.microsoft.com/office/drawing/2014/main" id="{79238761-2910-7CC0-F7BF-CDA72BEAF15C}"/>
                </a:ext>
              </a:extLst>
            </p:cNvPr>
            <p:cNvSpPr txBox="1"/>
            <p:nvPr/>
          </p:nvSpPr>
          <p:spPr>
            <a:xfrm>
              <a:off x="306492" y="4134492"/>
              <a:ext cx="7542241" cy="53275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287257" tIns="0" rIns="287257" bIns="0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fr-CH" sz="2000"/>
                <a:t>Exemple du processus avec un schèma</a:t>
              </a:r>
              <a:endParaRPr lang="en-US" sz="2000" kern="1200"/>
            </a:p>
          </p:txBody>
        </p:sp>
      </p:grpSp>
    </p:spTree>
    <p:extLst>
      <p:ext uri="{BB962C8B-B14F-4D97-AF65-F5344CB8AC3E}">
        <p14:creationId xmlns:p14="http://schemas.microsoft.com/office/powerpoint/2010/main" val="1787426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91DF873-154E-1107-3B30-F012AF78D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2334" y="1092948"/>
            <a:ext cx="3567325" cy="163677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80E66FF3-A71B-A782-7C4A-08950C73A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520" y="4645152"/>
            <a:ext cx="10898279" cy="2102157"/>
          </a:xfrm>
        </p:spPr>
        <p:txBody>
          <a:bodyPr>
            <a:normAutofit/>
          </a:bodyPr>
          <a:lstStyle/>
          <a:p>
            <a:r>
              <a:rPr lang="fr-CH" sz="2400"/>
              <a:t>Ce projet montre comment PowerShell peut automatiser une tâche répétitive de manière rapide et fiable.</a:t>
            </a:r>
          </a:p>
          <a:p>
            <a:r>
              <a:rPr lang="fr-CH" sz="2400"/>
              <a:t>L’automatisation permet de gagner du temps, réduire les erreurs humaines et assurer la traçabilité.</a:t>
            </a:r>
          </a:p>
          <a:p>
            <a:pPr marL="0" indent="0" algn="ctr">
              <a:buNone/>
            </a:pPr>
            <a:r>
              <a:rPr lang="fr-CH" sz="2400"/>
              <a:t>Avez-vous des questions?</a:t>
            </a:r>
          </a:p>
        </p:txBody>
      </p:sp>
    </p:spTree>
    <p:extLst>
      <p:ext uri="{BB962C8B-B14F-4D97-AF65-F5344CB8AC3E}">
        <p14:creationId xmlns:p14="http://schemas.microsoft.com/office/powerpoint/2010/main" val="23702031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434</Words>
  <Application>Microsoft Office PowerPoint</Application>
  <PresentationFormat>Grand écran</PresentationFormat>
  <Paragraphs>72</Paragraphs>
  <Slides>14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Thème Office</vt:lpstr>
      <vt:lpstr>Projet MA-18 : Création d’un dossier utilisateur automatisé</vt:lpstr>
      <vt:lpstr>Sommaire</vt:lpstr>
      <vt:lpstr>Plan de séquence</vt:lpstr>
      <vt:lpstr>Introduction </vt:lpstr>
      <vt:lpstr>Explication théorique</vt:lpstr>
      <vt:lpstr>Gestion des dossiers et fichiers</vt:lpstr>
      <vt:lpstr>Messages et retours</vt:lpstr>
      <vt:lpstr>Gestion des dates</vt:lpstr>
      <vt:lpstr>Journaux d’activité</vt:lpstr>
      <vt:lpstr>Notions Powershell</vt:lpstr>
      <vt:lpstr>Présentation PowerPoint</vt:lpstr>
      <vt:lpstr>Consigne de l’exercice</vt:lpstr>
      <vt:lpstr>Réalisation de l’exercice</vt:lpstr>
      <vt:lpstr>Conclusion </vt:lpstr>
    </vt:vector>
  </TitlesOfParts>
  <Company>CPNV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Jean-Christophe Serrano</dc:creator>
  <cp:lastModifiedBy>Jean-Christophe Serrano</cp:lastModifiedBy>
  <cp:revision>1</cp:revision>
  <dcterms:created xsi:type="dcterms:W3CDTF">2026-03-16T07:36:31Z</dcterms:created>
  <dcterms:modified xsi:type="dcterms:W3CDTF">2026-03-16T17:44:26Z</dcterms:modified>
</cp:coreProperties>
</file>